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6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4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Google Shape;2675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8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4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1" name="Shape 2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Google Shape;2942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4" name="Shape 2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5" name="Google Shape;2975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6" name="Google Shape;2976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5" name="Shape 3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Google Shape;3076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9" name="Shape 3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0" name="Google Shape;3110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6" name="Shape 3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Google Shape;3177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8" name="Google Shape;3178;p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9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1" name="Google Shape;3211;p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2" name="Shape 3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Google Shape;3243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4" name="Google Shape;3244;p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6" name="Shape 3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" name="Google Shape;3277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8" name="Google Shape;3278;p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9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1" name="Google Shape;3311;p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3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5" name="Google Shape;3345;p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8" name="Google Shape;3378;p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9" name="Shape 3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1" name="Google Shape;3411;p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3" name="Shape 3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4" name="Google Shape;3444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5" name="Google Shape;3445;p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7" name="Shape 3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8" name="Google Shape;3478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p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3" name="Google Shape;3513;p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4" name="Shape 3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5" name="Google Shape;3545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6" name="Google Shape;3546;p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7" name="Shape 3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9" name="Google Shape;3579;p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0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1" name="Google Shape;3611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2" name="Google Shape;3612;p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4" name="Shape 3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6" name="Google Shape;3646;p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8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9" name="Google Shape;3679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0" name="Google Shape;3680;p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1" name="Shape 3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2" name="Google Shape;3712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3" name="Google Shape;3713;p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5" name="Shape 3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Google Shape;3746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7" name="Google Shape;3747;p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9" name="Shape 3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0" name="Google Shape;3780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1" name="Google Shape;3781;p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3" name="Shape 3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4" name="Google Shape;3814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5" name="Google Shape;3815;p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6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Google Shape;3847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8" name="Google Shape;3848;p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AGT0001 – Algoritmos</a:t>
            </a:r>
            <a:br>
              <a:rPr lang="pt-BR" sz="3600"/>
            </a:br>
            <a:br>
              <a:rPr lang="pt-BR" sz="3600"/>
            </a:br>
            <a:r>
              <a:rPr lang="pt-BR" sz="3600"/>
              <a:t>Vetores, Algoritmos de Ordenação</a:t>
            </a:r>
            <a:br>
              <a:rPr lang="pt-BR" sz="3600"/>
            </a:br>
            <a:endParaRPr sz="3600"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/>
              <a:t>Prof. </a:t>
            </a:r>
            <a:r>
              <a:rPr lang="pt-BR"/>
              <a:t>Douglas</a:t>
            </a:r>
            <a:r>
              <a:rPr lang="pt-BR"/>
              <a:t> Dutra</a:t>
            </a:r>
            <a:endParaRPr/>
          </a:p>
          <a:p>
            <a:pPr indent="0" lvl="0" marL="0" rtl="0" algn="ct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/>
              <a:t>Departamento de Ciência da Computação</a:t>
            </a:r>
            <a:endParaRPr/>
          </a:p>
          <a:p>
            <a:pPr indent="0" lvl="0" marL="0" rtl="0" algn="ct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/>
              <a:t>UDESC / Joinville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Recapitulando...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7200" y="1600202"/>
            <a:ext cx="8229600" cy="25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Vetores são variáveis multivaloradas;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pt-BR"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v[10];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pt-BR" sz="2800">
                <a:solidFill>
                  <a:schemeClr val="lt1"/>
                </a:solidFill>
              </a:rPr>
              <a:t>Modelo: 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Recapitulando...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457200" y="1600202"/>
            <a:ext cx="8229600" cy="25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Vetores são variáveis multivaloradas;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v[</a:t>
            </a:r>
            <a:r>
              <a:rPr b="1" lang="pt-BR" sz="24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2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pt-BR" sz="2800">
                <a:solidFill>
                  <a:schemeClr val="lt1"/>
                </a:solidFill>
              </a:rPr>
              <a:t>Modelo: 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Recapitulando...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457200" y="1600202"/>
            <a:ext cx="8229600" cy="25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Vetores são variáveis multivaloradas;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v[</a:t>
            </a:r>
            <a:r>
              <a:rPr b="1" lang="pt-BR" sz="24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2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Modelo: 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28194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28194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32766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32766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7338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7338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1910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1910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46482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6482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1054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1054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5626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5626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60198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0198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64770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4770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9342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9342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1738745" y="41910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738745" y="46482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Recapitulando...</a:t>
            </a:r>
            <a:endParaRPr/>
          </a:p>
        </p:txBody>
      </p:sp>
      <p:sp>
        <p:nvSpPr>
          <p:cNvPr id="138" name="Google Shape;138;p17"/>
          <p:cNvSpPr txBox="1"/>
          <p:nvPr>
            <p:ph idx="1" type="body"/>
          </p:nvPr>
        </p:nvSpPr>
        <p:spPr>
          <a:xfrm>
            <a:off x="457200" y="1600202"/>
            <a:ext cx="8229600" cy="25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Vetores são variáveis multivaloradas;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v[</a:t>
            </a:r>
            <a:r>
              <a:rPr b="1" lang="pt-BR" sz="24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2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Modelo: 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28194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8194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32766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2766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7338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7338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1910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1910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46482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6482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1054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1054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5626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5626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0198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0198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64770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4770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934200" y="4191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934200" y="464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1738745" y="41910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1738745" y="46482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 rot="5400000">
            <a:off x="4876800" y="2971800"/>
            <a:ext cx="457200" cy="4419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590800" y="533400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variam de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até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capacidade-1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Índices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permitem o acesso aos valores do vetor.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1: média dos valores</a:t>
            </a:r>
            <a:endParaRPr i="1"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#define </a:t>
            </a: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10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float v[</a:t>
            </a: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] = {6, 9, 4, -3, 17, 22, 13, 81, 44, 32};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float soma = 0;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for( i = 0 ; i &lt; </a:t>
            </a: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MAX </a:t>
            </a: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; i++){</a:t>
            </a: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soma = soma + v[i];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printf("Média: %f\n",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soma / </a:t>
            </a: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return 0;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70" name="Google Shape;170;p1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pt-BR"/>
              <a:t>ALGORITMOS DE ORDENAÇÃO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Algoritmos de Ordenação</a:t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</a:pPr>
            <a:r>
              <a:rPr b="1" lang="pt-BR">
                <a:solidFill>
                  <a:schemeClr val="dk2"/>
                </a:solidFill>
              </a:rPr>
              <a:t>Ordenação</a:t>
            </a:r>
            <a:r>
              <a:rPr lang="pt-BR"/>
              <a:t> (ou </a:t>
            </a:r>
            <a:r>
              <a:rPr b="1" lang="pt-BR">
                <a:solidFill>
                  <a:schemeClr val="dk2"/>
                </a:solidFill>
              </a:rPr>
              <a:t>classificação</a:t>
            </a:r>
            <a:r>
              <a:rPr lang="pt-BR"/>
              <a:t>) consiste em organizar os dados de um vetor em </a:t>
            </a:r>
            <a:r>
              <a:rPr i="1" lang="pt-BR" u="sng"/>
              <a:t>ordem crescente</a:t>
            </a:r>
            <a:r>
              <a:rPr lang="pt-BR"/>
              <a:t> (ou decrescente);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pt-BR">
                <a:solidFill>
                  <a:schemeClr val="lt1"/>
                </a:solidFill>
              </a:rPr>
              <a:t>Há dezenas de algortimos de ordenação, utilizados como base para análise de desempenho;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</a:pPr>
            <a:r>
              <a:rPr i="1" lang="pt-BR">
                <a:solidFill>
                  <a:schemeClr val="lt1"/>
                </a:solidFill>
              </a:rPr>
              <a:t>Complexidade de algoritmos</a:t>
            </a:r>
            <a:r>
              <a:rPr lang="pt-BR">
                <a:solidFill>
                  <a:schemeClr val="lt1"/>
                </a:solidFill>
              </a:rPr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Algoritmos de Ordenação</a:t>
            </a:r>
            <a:endParaRPr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</a:pPr>
            <a:r>
              <a:rPr b="1" lang="pt-BR">
                <a:solidFill>
                  <a:schemeClr val="dk2"/>
                </a:solidFill>
              </a:rPr>
              <a:t>Ordenação</a:t>
            </a:r>
            <a:r>
              <a:rPr lang="pt-BR"/>
              <a:t> (ou </a:t>
            </a:r>
            <a:r>
              <a:rPr b="1" lang="pt-BR">
                <a:solidFill>
                  <a:schemeClr val="dk2"/>
                </a:solidFill>
              </a:rPr>
              <a:t>classificação</a:t>
            </a:r>
            <a:r>
              <a:rPr lang="pt-BR"/>
              <a:t>) consiste em organizar os dados de um vetor em </a:t>
            </a:r>
            <a:r>
              <a:rPr i="1" lang="pt-BR" u="sng"/>
              <a:t>ordem crescente</a:t>
            </a:r>
            <a:r>
              <a:rPr lang="pt-BR"/>
              <a:t> (ou decrescente);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Há dezenas de algortimos de ordenação, utilizados como base para análise de desempenho;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</a:pPr>
            <a:r>
              <a:rPr i="1" lang="pt-BR">
                <a:solidFill>
                  <a:schemeClr val="lt1"/>
                </a:solidFill>
              </a:rPr>
              <a:t>Complexidade de algoritmos</a:t>
            </a:r>
            <a:r>
              <a:rPr lang="pt-BR">
                <a:solidFill>
                  <a:schemeClr val="lt1"/>
                </a:solidFill>
              </a:rPr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Algoritmos de Ordenação</a:t>
            </a:r>
            <a:endParaRPr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</a:pPr>
            <a:r>
              <a:rPr b="1" lang="pt-BR">
                <a:solidFill>
                  <a:schemeClr val="dk2"/>
                </a:solidFill>
              </a:rPr>
              <a:t>Ordenação</a:t>
            </a:r>
            <a:r>
              <a:rPr lang="pt-BR"/>
              <a:t> (ou </a:t>
            </a:r>
            <a:r>
              <a:rPr b="1" lang="pt-BR">
                <a:solidFill>
                  <a:schemeClr val="dk2"/>
                </a:solidFill>
              </a:rPr>
              <a:t>classificação</a:t>
            </a:r>
            <a:r>
              <a:rPr lang="pt-BR"/>
              <a:t>) consiste em organizar os dados de um vetor em </a:t>
            </a:r>
            <a:r>
              <a:rPr i="1" lang="pt-BR" u="sng"/>
              <a:t>ordem crescente</a:t>
            </a:r>
            <a:r>
              <a:rPr lang="pt-BR"/>
              <a:t> (ou decrescente);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Há dezenas de algortimos de ordenação, utilizados como base para análise de desempenho;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Char char="–"/>
            </a:pPr>
            <a:r>
              <a:rPr i="1" lang="pt-BR">
                <a:solidFill>
                  <a:srgbClr val="FF0000"/>
                </a:solidFill>
              </a:rPr>
              <a:t>Complexidade de algoritmos</a:t>
            </a:r>
            <a:r>
              <a:rPr lang="pt-BR"/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Algoritmos de Ordenação</a:t>
            </a:r>
            <a:endParaRPr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1" lang="pt-BR" sz="2800" u="sng"/>
              <a:t>SelectionSort</a:t>
            </a:r>
            <a:r>
              <a:rPr i="1" lang="pt-BR" sz="2800"/>
              <a:t>;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i="1"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1" lang="pt-BR" sz="2800"/>
              <a:t>BubbleSort</a:t>
            </a:r>
            <a:r>
              <a:rPr i="1" lang="pt-BR" sz="2800"/>
              <a:t>;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i="1"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pt-BR" sz="2800"/>
              <a:t>InsertionSort;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i="1"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pt-BR" sz="2800"/>
              <a:t>QuickSort;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i="1"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pt-BR" sz="2800"/>
              <a:t>MergeSort;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i="1"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pt-BR" sz="2800"/>
              <a:t>...</a:t>
            </a:r>
            <a:endParaRPr i="1" sz="2800"/>
          </a:p>
        </p:txBody>
      </p:sp>
      <p:sp>
        <p:nvSpPr>
          <p:cNvPr id="205" name="Google Shape;205;p2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pt-BR"/>
              <a:t>SelectionSort</a:t>
            </a:r>
            <a:endParaRPr i="1"/>
          </a:p>
        </p:txBody>
      </p:sp>
      <p:sp>
        <p:nvSpPr>
          <p:cNvPr id="211" name="Google Shape;211;p24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O algoritmo consiste em encontrar o </a:t>
            </a:r>
            <a:r>
              <a:rPr i="1" lang="pt-BR">
                <a:solidFill>
                  <a:srgbClr val="FF0000"/>
                </a:solidFill>
              </a:rPr>
              <a:t>menor valor</a:t>
            </a:r>
            <a:r>
              <a:rPr lang="pt-BR"/>
              <a:t> a partir de uma posição </a:t>
            </a:r>
            <a:r>
              <a:rPr i="1" lang="pt-BR"/>
              <a:t>i</a:t>
            </a:r>
            <a:r>
              <a:rPr lang="pt-BR"/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pt-BR">
                <a:solidFill>
                  <a:schemeClr val="lt1"/>
                </a:solidFill>
              </a:rPr>
              <a:t>Em seguida, troca-se o menor valor pelo valor em </a:t>
            </a:r>
            <a:r>
              <a:rPr i="1" lang="pt-BR">
                <a:solidFill>
                  <a:schemeClr val="lt1"/>
                </a:solidFill>
              </a:rPr>
              <a:t>i</a:t>
            </a:r>
            <a:r>
              <a:rPr lang="pt-BR">
                <a:solidFill>
                  <a:schemeClr val="lt1"/>
                </a:solidFill>
              </a:rPr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pt-BR">
                <a:solidFill>
                  <a:schemeClr val="lt1"/>
                </a:solidFill>
              </a:rPr>
              <a:t>O processo se repete com </a:t>
            </a:r>
            <a:r>
              <a:rPr i="1" lang="pt-BR">
                <a:solidFill>
                  <a:schemeClr val="lt1"/>
                </a:solidFill>
              </a:rPr>
              <a:t>i</a:t>
            </a:r>
            <a:r>
              <a:rPr lang="pt-BR">
                <a:solidFill>
                  <a:schemeClr val="lt1"/>
                </a:solidFill>
              </a:rPr>
              <a:t> de </a:t>
            </a:r>
            <a:r>
              <a:rPr i="1" lang="pt-BR">
                <a:solidFill>
                  <a:schemeClr val="lt1"/>
                </a:solidFill>
              </a:rPr>
              <a:t>0</a:t>
            </a:r>
            <a:r>
              <a:rPr lang="pt-BR">
                <a:solidFill>
                  <a:schemeClr val="lt1"/>
                </a:solidFill>
              </a:rPr>
              <a:t> </a:t>
            </a:r>
            <a:r>
              <a:rPr i="1" lang="pt-BR">
                <a:solidFill>
                  <a:schemeClr val="lt1"/>
                </a:solidFill>
              </a:rPr>
              <a:t>até n-1</a:t>
            </a:r>
            <a:r>
              <a:rPr lang="pt-BR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2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pt-BR"/>
              <a:t>SelectionSort</a:t>
            </a:r>
            <a:endParaRPr i="1"/>
          </a:p>
        </p:txBody>
      </p:sp>
      <p:sp>
        <p:nvSpPr>
          <p:cNvPr id="218" name="Google Shape;218;p25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O algoritmo consiste em encontrar o </a:t>
            </a:r>
            <a:r>
              <a:rPr i="1" lang="pt-BR">
                <a:solidFill>
                  <a:srgbClr val="FF0000"/>
                </a:solidFill>
              </a:rPr>
              <a:t>menor valor</a:t>
            </a:r>
            <a:r>
              <a:rPr lang="pt-BR"/>
              <a:t> a partir de uma posição </a:t>
            </a:r>
            <a:r>
              <a:rPr i="1" lang="pt-BR"/>
              <a:t>i</a:t>
            </a:r>
            <a:r>
              <a:rPr lang="pt-BR"/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Em seguida, troca-se o menor valor pelo valor em </a:t>
            </a:r>
            <a:r>
              <a:rPr i="1" lang="pt-BR"/>
              <a:t>i</a:t>
            </a:r>
            <a:r>
              <a:rPr lang="pt-BR"/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pt-BR">
                <a:solidFill>
                  <a:schemeClr val="lt1"/>
                </a:solidFill>
              </a:rPr>
              <a:t>O processo se repete com </a:t>
            </a:r>
            <a:r>
              <a:rPr i="1" lang="pt-BR">
                <a:solidFill>
                  <a:schemeClr val="lt1"/>
                </a:solidFill>
              </a:rPr>
              <a:t>i</a:t>
            </a:r>
            <a:r>
              <a:rPr lang="pt-BR">
                <a:solidFill>
                  <a:schemeClr val="lt1"/>
                </a:solidFill>
              </a:rPr>
              <a:t> de </a:t>
            </a:r>
            <a:r>
              <a:rPr i="1" lang="pt-BR">
                <a:solidFill>
                  <a:schemeClr val="lt1"/>
                </a:solidFill>
              </a:rPr>
              <a:t>0</a:t>
            </a:r>
            <a:r>
              <a:rPr lang="pt-BR">
                <a:solidFill>
                  <a:schemeClr val="lt1"/>
                </a:solidFill>
              </a:rPr>
              <a:t> </a:t>
            </a:r>
            <a:r>
              <a:rPr i="1" lang="pt-BR">
                <a:solidFill>
                  <a:schemeClr val="lt1"/>
                </a:solidFill>
              </a:rPr>
              <a:t>até n-1</a:t>
            </a:r>
            <a:r>
              <a:rPr lang="pt-BR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2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pt-BR"/>
              <a:t>SelectionSort</a:t>
            </a:r>
            <a:endParaRPr i="1"/>
          </a:p>
        </p:txBody>
      </p:sp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O algoritmo consiste em encontrar o </a:t>
            </a:r>
            <a:r>
              <a:rPr i="1" lang="pt-BR">
                <a:solidFill>
                  <a:srgbClr val="FF0000"/>
                </a:solidFill>
              </a:rPr>
              <a:t>menor valor</a:t>
            </a:r>
            <a:r>
              <a:rPr lang="pt-BR"/>
              <a:t> a partir de uma posição </a:t>
            </a:r>
            <a:r>
              <a:rPr i="1" lang="pt-BR"/>
              <a:t>i</a:t>
            </a:r>
            <a:r>
              <a:rPr lang="pt-BR"/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Em seguida, troca-se o menor valor pelo valor em </a:t>
            </a:r>
            <a:r>
              <a:rPr i="1" lang="pt-BR"/>
              <a:t>i</a:t>
            </a:r>
            <a:r>
              <a:rPr lang="pt-BR"/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O processo se repete com </a:t>
            </a:r>
            <a:r>
              <a:rPr i="1" lang="pt-BR"/>
              <a:t>i</a:t>
            </a:r>
            <a:r>
              <a:rPr lang="pt-BR"/>
              <a:t> de </a:t>
            </a:r>
            <a:r>
              <a:rPr i="1" lang="pt-BR"/>
              <a:t>0</a:t>
            </a:r>
            <a:r>
              <a:rPr lang="pt-BR"/>
              <a:t> </a:t>
            </a:r>
            <a:r>
              <a:rPr i="1" lang="pt-BR"/>
              <a:t>até n-1</a:t>
            </a:r>
            <a:r>
              <a:rPr lang="pt-BR"/>
              <a:t>.</a:t>
            </a:r>
            <a:endParaRPr/>
          </a:p>
        </p:txBody>
      </p:sp>
      <p:sp>
        <p:nvSpPr>
          <p:cNvPr id="226" name="Google Shape;226;p2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3: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32" name="Google Shape;232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int vet[8] = {6, 9, 14, -3, 17, 0, 99, 16};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n = 8;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i, j;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b="1" lang="pt-BR" sz="2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20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pt-BR" sz="2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b="1" lang="pt-BR" sz="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3" name="Google Shape;233;p2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p2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1" name="Google Shape;241;p2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57" name="Google Shape;257;p2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58" name="Google Shape;258;p2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70" name="Google Shape;270;p2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" name="Google Shape;271;p2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74" name="Google Shape;274;p2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80" name="Google Shape;280;p2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89" name="Google Shape;289;p2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457200" y="2971800"/>
            <a:ext cx="4343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6172200" y="3276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03" name="Google Shape;303;p3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p3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22" name="Google Shape;322;p3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571500" y="3314700"/>
            <a:ext cx="28575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36" name="Google Shape;336;p3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7" name="Google Shape;337;p3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6" name="Google Shape;346;p3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50" name="Google Shape;350;p3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2" name="Google Shape;352;p3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4" name="Google Shape;354;p3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55" name="Google Shape;355;p3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60" name="Google Shape;360;p3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69" name="Google Shape;369;p3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0" name="Google Shape;370;p3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1" name="Google Shape;371;p3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9" name="Google Shape;379;p3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83" name="Google Shape;383;p3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85" name="Google Shape;385;p3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87" name="Google Shape;387;p3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88" name="Google Shape;388;p3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93" name="Google Shape;393;p3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403" name="Google Shape;403;p3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4" name="Google Shape;404;p3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5" name="Google Shape;405;p3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7" name="Google Shape;407;p3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3" name="Google Shape;413;p3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17" name="Google Shape;417;p3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9" name="Google Shape;419;p3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21" name="Google Shape;421;p3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422" name="Google Shape;422;p3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427" name="Google Shape;427;p3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436" name="Google Shape;436;p3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p3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8" name="Google Shape;438;p3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46" name="Google Shape;446;p3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50" name="Google Shape;450;p3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52" name="Google Shape;452;p3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54" name="Google Shape;454;p3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455" name="Google Shape;455;p3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7" name="Google Shape;457;p3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9" name="Google Shape;459;p3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460" name="Google Shape;460;p3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2" name="Google Shape;462;p34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470" name="Google Shape;470;p3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1" name="Google Shape;471;p3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2" name="Google Shape;472;p3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74" name="Google Shape;474;p3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80" name="Google Shape;480;p3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84" name="Google Shape;484;p3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88" name="Google Shape;488;p3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489" name="Google Shape;489;p3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494" name="Google Shape;494;p3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6" name="Google Shape;496;p35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503" name="Google Shape;503;p3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4" name="Google Shape;504;p3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5" name="Google Shape;505;p3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13" name="Google Shape;513;p3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17" name="Google Shape;517;p3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21" name="Google Shape;521;p3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522" name="Google Shape;522;p3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527" name="Google Shape;527;p3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537" name="Google Shape;537;p3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8" name="Google Shape;538;p3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9" name="Google Shape;539;p3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41" name="Google Shape;541;p3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47" name="Google Shape;547;p3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51" name="Google Shape;551;p3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53" name="Google Shape;553;p3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55" name="Google Shape;555;p3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556" name="Google Shape;556;p3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561" name="Google Shape;561;p3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3" name="Google Shape;563;p37"/>
          <p:cNvSpPr/>
          <p:nvPr/>
        </p:nvSpPr>
        <p:spPr>
          <a:xfrm>
            <a:off x="1246910" y="4384965"/>
            <a:ext cx="2057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570" name="Google Shape;570;p3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1" name="Google Shape;571;p3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2" name="Google Shape;572;p3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74" name="Google Shape;574;p3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80" name="Google Shape;580;p3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84" name="Google Shape;584;p3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86" name="Google Shape;586;p3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88" name="Google Shape;588;p3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589" name="Google Shape;589;p3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1" name="Google Shape;591;p3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93" name="Google Shape;593;p3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594" name="Google Shape;594;p3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6" name="Google Shape;596;p38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603" name="Google Shape;603;p3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4" name="Google Shape;604;p3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5" name="Google Shape;605;p3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07" name="Google Shape;607;p3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13" name="Google Shape;613;p3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17" name="Google Shape;617;p3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19" name="Google Shape;619;p3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21" name="Google Shape;621;p3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622" name="Google Shape;622;p3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4" name="Google Shape;624;p3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26" name="Google Shape;626;p3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627" name="Google Shape;627;p3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637" name="Google Shape;637;p4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8" name="Google Shape;638;p4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9" name="Google Shape;639;p4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41" name="Google Shape;641;p4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4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47" name="Google Shape;647;p4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51" name="Google Shape;651;p4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53" name="Google Shape;653;p4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55" name="Google Shape;655;p4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656" name="Google Shape;656;p4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8" name="Google Shape;658;p4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661" name="Google Shape;661;p4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40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0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670" name="Google Shape;670;p4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1" name="Google Shape;671;p4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72" name="Google Shape;672;p4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74" name="Google Shape;674;p4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80" name="Google Shape;680;p4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84" name="Google Shape;684;p4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86" name="Google Shape;686;p4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88" name="Google Shape;688;p4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689" name="Google Shape;689;p4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1" name="Google Shape;691;p4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694" name="Google Shape;694;p4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6" name="Google Shape;696;p41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704" name="Google Shape;704;p4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5" name="Google Shape;705;p4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06" name="Google Shape;706;p4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08" name="Google Shape;708;p4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14" name="Google Shape;714;p4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18" name="Google Shape;718;p4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20" name="Google Shape;720;p4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22" name="Google Shape;722;p4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723" name="Google Shape;723;p4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5" name="Google Shape;725;p4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27" name="Google Shape;727;p4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728" name="Google Shape;728;p4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0" name="Google Shape;730;p42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2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737" name="Google Shape;737;p4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8" name="Google Shape;738;p4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9" name="Google Shape;739;p4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41" name="Google Shape;741;p4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47" name="Google Shape;747;p4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51" name="Google Shape;751;p4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53" name="Google Shape;753;p4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55" name="Google Shape;755;p4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756" name="Google Shape;756;p4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8" name="Google Shape;758;p4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60" name="Google Shape;760;p4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761" name="Google Shape;761;p4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3" name="Google Shape;763;p43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771" name="Google Shape;771;p4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2" name="Google Shape;772;p4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3" name="Google Shape;773;p4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75" name="Google Shape;775;p4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81" name="Google Shape;781;p4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85" name="Google Shape;785;p4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87" name="Google Shape;787;p4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89" name="Google Shape;789;p4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790" name="Google Shape;790;p4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2" name="Google Shape;792;p4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795" name="Google Shape;795;p4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7" name="Google Shape;797;p44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4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804" name="Google Shape;804;p4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5" name="Google Shape;805;p4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6" name="Google Shape;806;p4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08" name="Google Shape;808;p4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14" name="Google Shape;814;p4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18" name="Google Shape;818;p4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20" name="Google Shape;820;p4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22" name="Google Shape;822;p4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823" name="Google Shape;823;p4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5" name="Google Shape;825;p4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828" name="Google Shape;828;p4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0" name="Google Shape;830;p45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838" name="Google Shape;838;p4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9" name="Google Shape;839;p4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40" name="Google Shape;840;p4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42" name="Google Shape;842;p4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48" name="Google Shape;848;p4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52" name="Google Shape;852;p4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54" name="Google Shape;854;p4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56" name="Google Shape;856;p4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857" name="Google Shape;857;p4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9" name="Google Shape;859;p4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61" name="Google Shape;861;p4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862" name="Google Shape;862;p4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4" name="Google Shape;864;p46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6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871" name="Google Shape;871;p4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2" name="Google Shape;872;p4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3" name="Google Shape;873;p4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75" name="Google Shape;875;p4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81" name="Google Shape;881;p4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85" name="Google Shape;885;p4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87" name="Google Shape;887;p4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89" name="Google Shape;889;p4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890" name="Google Shape;890;p4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2" name="Google Shape;892;p4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94" name="Google Shape;894;p4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895" name="Google Shape;895;p4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7" name="Google Shape;897;p47"/>
          <p:cNvSpPr/>
          <p:nvPr/>
        </p:nvSpPr>
        <p:spPr>
          <a:xfrm>
            <a:off x="713510" y="5053446"/>
            <a:ext cx="271549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7"/>
          <p:cNvSpPr/>
          <p:nvPr/>
        </p:nvSpPr>
        <p:spPr>
          <a:xfrm>
            <a:off x="6172200" y="5562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905" name="Google Shape;905;p4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6" name="Google Shape;906;p4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7" name="Google Shape;907;p4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09" name="Google Shape;909;p4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15" name="Google Shape;915;p4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19" name="Google Shape;919;p4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21" name="Google Shape;921;p4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23" name="Google Shape;923;p4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924" name="Google Shape;924;p4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6" name="Google Shape;926;p4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28" name="Google Shape;928;p4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929" name="Google Shape;929;p4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1" name="Google Shape;931;p48"/>
          <p:cNvSpPr/>
          <p:nvPr/>
        </p:nvSpPr>
        <p:spPr>
          <a:xfrm>
            <a:off x="713509" y="5410200"/>
            <a:ext cx="3428999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8"/>
          <p:cNvSpPr/>
          <p:nvPr/>
        </p:nvSpPr>
        <p:spPr>
          <a:xfrm>
            <a:off x="3913909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939" name="Google Shape;939;p4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0" name="Google Shape;940;p4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1" name="Google Shape;941;p4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43" name="Google Shape;943;p4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4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48" name="Google Shape;948;p4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49" name="Google Shape;949;p4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53" name="Google Shape;953;p4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55" name="Google Shape;955;p4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57" name="Google Shape;957;p4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958" name="Google Shape;958;p4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0" name="Google Shape;960;p4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62" name="Google Shape;962;p4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963" name="Google Shape;963;p4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5" name="Google Shape;965;p49"/>
          <p:cNvSpPr/>
          <p:nvPr/>
        </p:nvSpPr>
        <p:spPr>
          <a:xfrm>
            <a:off x="713509" y="5742710"/>
            <a:ext cx="3020291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9"/>
          <p:cNvSpPr/>
          <p:nvPr/>
        </p:nvSpPr>
        <p:spPr>
          <a:xfrm>
            <a:off x="3913909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973" name="Google Shape;973;p5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4" name="Google Shape;974;p5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5" name="Google Shape;975;p5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77" name="Google Shape;977;p5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5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5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5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5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82" name="Google Shape;982;p5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83" name="Google Shape;983;p5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87" name="Google Shape;987;p5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89" name="Google Shape;989;p5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91" name="Google Shape;991;p5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992" name="Google Shape;992;p5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5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4" name="Google Shape;994;p5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96" name="Google Shape;996;p5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997" name="Google Shape;997;p5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9" name="Google Shape;999;p50"/>
          <p:cNvSpPr/>
          <p:nvPr/>
        </p:nvSpPr>
        <p:spPr>
          <a:xfrm>
            <a:off x="457200" y="2971800"/>
            <a:ext cx="4343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50"/>
          <p:cNvSpPr/>
          <p:nvPr/>
        </p:nvSpPr>
        <p:spPr>
          <a:xfrm>
            <a:off x="6172200" y="3276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006" name="Google Shape;1006;p5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7" name="Google Shape;1007;p5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8" name="Google Shape;1008;p5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5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10" name="Google Shape;1010;p5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5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5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5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5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15" name="Google Shape;1015;p5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16" name="Google Shape;1016;p5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5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5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5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20" name="Google Shape;1020;p5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22" name="Google Shape;1022;p5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24" name="Google Shape;1024;p5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025" name="Google Shape;1025;p5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26" name="Google Shape;1026;p5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7" name="Google Shape;1027;p5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28" name="Google Shape;1028;p5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29" name="Google Shape;1029;p5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030" name="Google Shape;1030;p5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5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2" name="Google Shape;1032;p51"/>
          <p:cNvSpPr/>
          <p:nvPr/>
        </p:nvSpPr>
        <p:spPr>
          <a:xfrm>
            <a:off x="571500" y="3314700"/>
            <a:ext cx="28575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1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039" name="Google Shape;1039;p5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0" name="Google Shape;1040;p5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1" name="Google Shape;1041;p5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43" name="Google Shape;1043;p5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5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5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5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5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48" name="Google Shape;1048;p5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49" name="Google Shape;1049;p5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5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5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53" name="Google Shape;1053;p5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5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55" name="Google Shape;1055;p5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5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57" name="Google Shape;1057;p5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058" name="Google Shape;1058;p5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59" name="Google Shape;1059;p5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0" name="Google Shape;1060;p5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61" name="Google Shape;1061;p5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62" name="Google Shape;1062;p5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063" name="Google Shape;1063;p5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5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5" name="Google Shape;1065;p52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52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072" name="Google Shape;1072;p5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3" name="Google Shape;1073;p5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74" name="Google Shape;1074;p5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5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76" name="Google Shape;1076;p5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5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5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5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5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81" name="Google Shape;1081;p5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82" name="Google Shape;1082;p5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5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5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5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86" name="Google Shape;1086;p5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5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88" name="Google Shape;1088;p5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5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90" name="Google Shape;1090;p5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091" name="Google Shape;1091;p5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92" name="Google Shape;1092;p5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3" name="Google Shape;1093;p5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94" name="Google Shape;1094;p5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95" name="Google Shape;1095;p5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096" name="Google Shape;1096;p5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5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8" name="Google Shape;1098;p53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5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5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5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106" name="Google Shape;1106;p5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7" name="Google Shape;1107;p5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8" name="Google Shape;1108;p5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5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10" name="Google Shape;1110;p5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5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5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5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5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15" name="Google Shape;1115;p5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16" name="Google Shape;1116;p5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5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5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5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20" name="Google Shape;1120;p5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5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22" name="Google Shape;1122;p5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5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24" name="Google Shape;1124;p5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125" name="Google Shape;1125;p5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5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7" name="Google Shape;1127;p5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28" name="Google Shape;1128;p5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130" name="Google Shape;1130;p5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31" name="Google Shape;1131;p5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2" name="Google Shape;1132;p54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4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5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139" name="Google Shape;1139;p5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0" name="Google Shape;1140;p5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41" name="Google Shape;1141;p5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5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43" name="Google Shape;1143;p5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5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5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5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5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48" name="Google Shape;1148;p5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49" name="Google Shape;1149;p5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5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5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5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53" name="Google Shape;1153;p5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5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55" name="Google Shape;1155;p5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5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57" name="Google Shape;1157;p5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158" name="Google Shape;1158;p5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59" name="Google Shape;1159;p5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0" name="Google Shape;1160;p5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61" name="Google Shape;1161;p5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5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163" name="Google Shape;1163;p5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64" name="Google Shape;1164;p5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5" name="Google Shape;1165;p55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5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5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5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173" name="Google Shape;1173;p5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4" name="Google Shape;1174;p5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5" name="Google Shape;1175;p5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5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77" name="Google Shape;1177;p5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5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5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5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5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82" name="Google Shape;1182;p5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83" name="Google Shape;1183;p5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5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5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87" name="Google Shape;1187;p5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5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89" name="Google Shape;1189;p5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5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91" name="Google Shape;1191;p5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192" name="Google Shape;1192;p5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93" name="Google Shape;1193;p5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4" name="Google Shape;1194;p5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95" name="Google Shape;1195;p5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96" name="Google Shape;1196;p5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197" name="Google Shape;1197;p5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5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9" name="Google Shape;1199;p56"/>
          <p:cNvSpPr/>
          <p:nvPr/>
        </p:nvSpPr>
        <p:spPr>
          <a:xfrm>
            <a:off x="1246910" y="4384965"/>
            <a:ext cx="2057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56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5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206" name="Google Shape;1206;p5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7" name="Google Shape;1207;p5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08" name="Google Shape;1208;p5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10" name="Google Shape;1210;p5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5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5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15" name="Google Shape;1215;p5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16" name="Google Shape;1216;p5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5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5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5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20" name="Google Shape;1220;p5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5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22" name="Google Shape;1222;p5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24" name="Google Shape;1224;p5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225" name="Google Shape;1225;p5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5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7" name="Google Shape;1227;p5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28" name="Google Shape;1228;p5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29" name="Google Shape;1229;p5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230" name="Google Shape;1230;p5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31" name="Google Shape;1231;p5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2" name="Google Shape;1232;p57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57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5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239" name="Google Shape;1239;p5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40" name="Google Shape;1240;p5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1" name="Google Shape;1241;p5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5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43" name="Google Shape;1243;p5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5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5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5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5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48" name="Google Shape;1248;p5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49" name="Google Shape;1249;p5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5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53" name="Google Shape;1253;p5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55" name="Google Shape;1255;p5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5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57" name="Google Shape;1257;p5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258" name="Google Shape;1258;p5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59" name="Google Shape;1259;p5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0" name="Google Shape;1260;p5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61" name="Google Shape;1261;p5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62" name="Google Shape;1262;p5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263" name="Google Shape;1263;p5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64" name="Google Shape;1264;p5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5" name="Google Shape;1265;p58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5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5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273" name="Google Shape;1273;p5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4" name="Google Shape;1274;p5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75" name="Google Shape;1275;p5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5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77" name="Google Shape;1277;p5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5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5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5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82" name="Google Shape;1282;p5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83" name="Google Shape;1283;p5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5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87" name="Google Shape;1287;p5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5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89" name="Google Shape;1289;p5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5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91" name="Google Shape;1291;p5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292" name="Google Shape;1292;p5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5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4" name="Google Shape;1294;p5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5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5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297" name="Google Shape;1297;p5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98" name="Google Shape;1298;p5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9" name="Google Shape;1299;p59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59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306" name="Google Shape;1306;p6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7" name="Google Shape;1307;p6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8" name="Google Shape;1308;p6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6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10" name="Google Shape;1310;p6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6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6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6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6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15" name="Google Shape;1315;p6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16" name="Google Shape;1316;p6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6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6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6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20" name="Google Shape;1320;p6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6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22" name="Google Shape;1322;p6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6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24" name="Google Shape;1324;p6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325" name="Google Shape;1325;p6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26" name="Google Shape;1326;p6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7" name="Google Shape;1327;p6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28" name="Google Shape;1328;p6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6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330" name="Google Shape;1330;p6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31" name="Google Shape;1331;p6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2" name="Google Shape;1332;p60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6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6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6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340" name="Google Shape;1340;p6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1" name="Google Shape;1341;p6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2" name="Google Shape;1342;p6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6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44" name="Google Shape;1344;p6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6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6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6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6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49" name="Google Shape;1349;p6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50" name="Google Shape;1350;p6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6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6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6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54" name="Google Shape;1354;p6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6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56" name="Google Shape;1356;p6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6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58" name="Google Shape;1358;p6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359" name="Google Shape;1359;p6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60" name="Google Shape;1360;p6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1" name="Google Shape;1361;p6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6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6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364" name="Google Shape;1364;p6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6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6" name="Google Shape;1366;p61"/>
          <p:cNvSpPr/>
          <p:nvPr/>
        </p:nvSpPr>
        <p:spPr>
          <a:xfrm>
            <a:off x="1246910" y="4384965"/>
            <a:ext cx="2057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61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6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373" name="Google Shape;1373;p6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4" name="Google Shape;1374;p6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75" name="Google Shape;1375;p6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6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77" name="Google Shape;1377;p6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6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6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6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6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82" name="Google Shape;1382;p6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83" name="Google Shape;1383;p6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6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6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6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87" name="Google Shape;1387;p6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6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89" name="Google Shape;1389;p6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6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91" name="Google Shape;1391;p6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392" name="Google Shape;1392;p6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6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4" name="Google Shape;1394;p6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95" name="Google Shape;1395;p6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96" name="Google Shape;1396;p6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397" name="Google Shape;1397;p6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98" name="Google Shape;1398;p6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9" name="Google Shape;1399;p62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62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6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406" name="Google Shape;1406;p6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7" name="Google Shape;1407;p6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08" name="Google Shape;1408;p6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6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10" name="Google Shape;1410;p6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6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6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6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6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15" name="Google Shape;1415;p6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16" name="Google Shape;1416;p6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6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6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6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20" name="Google Shape;1420;p6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6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22" name="Google Shape;1422;p6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6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24" name="Google Shape;1424;p6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425" name="Google Shape;1425;p6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26" name="Google Shape;1426;p6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7" name="Google Shape;1427;p6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28" name="Google Shape;1428;p6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29" name="Google Shape;1429;p6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2" name="Google Shape;1432;p63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6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6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6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440" name="Google Shape;1440;p6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1" name="Google Shape;1441;p6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42" name="Google Shape;1442;p6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6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44" name="Google Shape;1444;p6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6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6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6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6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49" name="Google Shape;1449;p6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50" name="Google Shape;1450;p6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6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6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6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54" name="Google Shape;1454;p6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6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56" name="Google Shape;1456;p6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6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58" name="Google Shape;1458;p6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459" name="Google Shape;1459;p6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6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61" name="Google Shape;1461;p6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62" name="Google Shape;1462;p6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6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464" name="Google Shape;1464;p6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65" name="Google Shape;1465;p6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66" name="Google Shape;1466;p64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64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6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473" name="Google Shape;1473;p6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4" name="Google Shape;1474;p6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5" name="Google Shape;1475;p6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6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77" name="Google Shape;1477;p6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6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6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6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6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82" name="Google Shape;1482;p6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83" name="Google Shape;1483;p6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6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6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6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87" name="Google Shape;1487;p6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6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89" name="Google Shape;1489;p6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6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91" name="Google Shape;1491;p6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492" name="Google Shape;1492;p6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93" name="Google Shape;1493;p6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4" name="Google Shape;1494;p6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95" name="Google Shape;1495;p6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6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497" name="Google Shape;1497;p6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98" name="Google Shape;1498;p6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9" name="Google Shape;1499;p65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6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6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6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507" name="Google Shape;1507;p6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8" name="Google Shape;1508;p6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09" name="Google Shape;1509;p6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6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11" name="Google Shape;1511;p6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6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6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6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6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16" name="Google Shape;1516;p6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17" name="Google Shape;1517;p6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6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6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6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21" name="Google Shape;1521;p6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6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23" name="Google Shape;1523;p6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6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25" name="Google Shape;1525;p6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526" name="Google Shape;1526;p6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6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8" name="Google Shape;1528;p6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29" name="Google Shape;1529;p6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30" name="Google Shape;1530;p6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531" name="Google Shape;1531;p6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32" name="Google Shape;1532;p6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3" name="Google Shape;1533;p66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66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6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540" name="Google Shape;1540;p6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1" name="Google Shape;1541;p6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42" name="Google Shape;1542;p6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543" name="Google Shape;1543;p6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44" name="Google Shape;1544;p6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5" name="Google Shape;1545;p6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46" name="Google Shape;1546;p6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47" name="Google Shape;1547;p6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548" name="Google Shape;1548;p6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549" name="Google Shape;1549;p6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0" name="Google Shape;1550;p67"/>
          <p:cNvSpPr/>
          <p:nvPr/>
        </p:nvSpPr>
        <p:spPr>
          <a:xfrm>
            <a:off x="713510" y="5053446"/>
            <a:ext cx="271549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67"/>
          <p:cNvSpPr/>
          <p:nvPr/>
        </p:nvSpPr>
        <p:spPr>
          <a:xfrm>
            <a:off x="6172200" y="5562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6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6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54" name="Google Shape;1554;p6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6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6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6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6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59" name="Google Shape;1559;p6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60" name="Google Shape;1560;p6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6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6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6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64" name="Google Shape;1564;p6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6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66" name="Google Shape;1566;p6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6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68" name="Google Shape;1568;p6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6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574" name="Google Shape;1574;p6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5" name="Google Shape;1575;p6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76" name="Google Shape;1576;p6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577" name="Google Shape;1577;p6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78" name="Google Shape;1578;p6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9" name="Google Shape;1579;p6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80" name="Google Shape;1580;p6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6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582" name="Google Shape;1582;p6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583" name="Google Shape;1583;p6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4" name="Google Shape;1584;p68"/>
          <p:cNvSpPr/>
          <p:nvPr/>
        </p:nvSpPr>
        <p:spPr>
          <a:xfrm>
            <a:off x="713509" y="5410200"/>
            <a:ext cx="3428999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6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6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87" name="Google Shape;1587;p6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88" name="Google Shape;1588;p6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6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6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6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92" name="Google Shape;1592;p6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93" name="Google Shape;1593;p6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6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6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6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97" name="Google Shape;1597;p6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6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99" name="Google Shape;1599;p6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6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01" name="Google Shape;1601;p6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6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6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608" name="Google Shape;1608;p6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9" name="Google Shape;1609;p6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10" name="Google Shape;1610;p6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611" name="Google Shape;1611;p6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12" name="Google Shape;1612;p6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3" name="Google Shape;1613;p6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14" name="Google Shape;1614;p6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15" name="Google Shape;1615;p6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616" name="Google Shape;1616;p6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17" name="Google Shape;1617;p6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8" name="Google Shape;1618;p69"/>
          <p:cNvSpPr/>
          <p:nvPr/>
        </p:nvSpPr>
        <p:spPr>
          <a:xfrm>
            <a:off x="713509" y="5742710"/>
            <a:ext cx="3020291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6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6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6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22" name="Google Shape;1622;p6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23" name="Google Shape;1623;p6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6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6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6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27" name="Google Shape;1627;p6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28" name="Google Shape;1628;p6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6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6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31" name="Google Shape;1631;p6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32" name="Google Shape;1632;p6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6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34" name="Google Shape;1634;p6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6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36" name="Google Shape;1636;p6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7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642" name="Google Shape;1642;p7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3" name="Google Shape;1643;p7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44" name="Google Shape;1644;p7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645" name="Google Shape;1645;p7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7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7" name="Google Shape;1647;p7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48" name="Google Shape;1648;p7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49" name="Google Shape;1649;p7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650" name="Google Shape;1650;p7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51" name="Google Shape;1651;p7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2" name="Google Shape;1652;p70"/>
          <p:cNvSpPr/>
          <p:nvPr/>
        </p:nvSpPr>
        <p:spPr>
          <a:xfrm>
            <a:off x="6172200" y="3276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7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7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55" name="Google Shape;1655;p7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56" name="Google Shape;1656;p7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7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7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7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60" name="Google Shape;1660;p7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61" name="Google Shape;1661;p7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7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7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64" name="Google Shape;1664;p7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65" name="Google Shape;1665;p7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7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67" name="Google Shape;1667;p7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7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69" name="Google Shape;1669;p70"/>
          <p:cNvSpPr/>
          <p:nvPr/>
        </p:nvSpPr>
        <p:spPr>
          <a:xfrm>
            <a:off x="457200" y="2971800"/>
            <a:ext cx="4343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7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675" name="Google Shape;1675;p7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6" name="Google Shape;1676;p7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77" name="Google Shape;1677;p7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678" name="Google Shape;1678;p7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7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0" name="Google Shape;1680;p7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81" name="Google Shape;1681;p7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82" name="Google Shape;1682;p7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683" name="Google Shape;1683;p7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84" name="Google Shape;1684;p7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5" name="Google Shape;1685;p71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7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7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88" name="Google Shape;1688;p7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89" name="Google Shape;1689;p7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7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7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7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93" name="Google Shape;1693;p7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94" name="Google Shape;1694;p7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7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7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97" name="Google Shape;1697;p7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98" name="Google Shape;1698;p7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7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00" name="Google Shape;1700;p7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7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02" name="Google Shape;1702;p71"/>
          <p:cNvSpPr/>
          <p:nvPr/>
        </p:nvSpPr>
        <p:spPr>
          <a:xfrm>
            <a:off x="571500" y="3314700"/>
            <a:ext cx="28575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7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708" name="Google Shape;1708;p7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09" name="Google Shape;1709;p7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10" name="Google Shape;1710;p7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711" name="Google Shape;1711;p7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7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3" name="Google Shape;1713;p7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14" name="Google Shape;1714;p7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7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716" name="Google Shape;1716;p7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717" name="Google Shape;1717;p7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8" name="Google Shape;1718;p72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7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7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21" name="Google Shape;1721;p7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22" name="Google Shape;1722;p7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7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7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7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26" name="Google Shape;1726;p7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27" name="Google Shape;1727;p7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7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7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730" name="Google Shape;1730;p7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31" name="Google Shape;1731;p7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7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33" name="Google Shape;1733;p7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7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35" name="Google Shape;1735;p72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7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741" name="Google Shape;1741;p7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42" name="Google Shape;1742;p7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43" name="Google Shape;1743;p7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744" name="Google Shape;1744;p7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7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46" name="Google Shape;1746;p7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47" name="Google Shape;1747;p7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7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749" name="Google Shape;1749;p7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750" name="Google Shape;1750;p7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1" name="Google Shape;1751;p7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7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53" name="Google Shape;1753;p7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54" name="Google Shape;1754;p7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7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7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7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58" name="Google Shape;1758;p7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59" name="Google Shape;1759;p7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7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7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762" name="Google Shape;1762;p7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63" name="Google Shape;1763;p7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7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65" name="Google Shape;1765;p7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7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67" name="Google Shape;1767;p73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7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7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7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775" name="Google Shape;1775;p7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6" name="Google Shape;1776;p7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77" name="Google Shape;1777;p7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778" name="Google Shape;1778;p7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7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0" name="Google Shape;1780;p7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81" name="Google Shape;1781;p7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7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783" name="Google Shape;1783;p7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784" name="Google Shape;1784;p7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5" name="Google Shape;1785;p7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7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87" name="Google Shape;1787;p7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88" name="Google Shape;1788;p7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7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7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7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92" name="Google Shape;1792;p7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93" name="Google Shape;1793;p7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7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7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796" name="Google Shape;1796;p7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97" name="Google Shape;1797;p7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7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99" name="Google Shape;1799;p7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7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01" name="Google Shape;1801;p74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74"/>
          <p:cNvSpPr/>
          <p:nvPr/>
        </p:nvSpPr>
        <p:spPr>
          <a:xfrm>
            <a:off x="1246910" y="4384965"/>
            <a:ext cx="2057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7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808" name="Google Shape;1808;p7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9" name="Google Shape;1809;p7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10" name="Google Shape;1810;p7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811" name="Google Shape;1811;p7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7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3" name="Google Shape;1813;p7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14" name="Google Shape;1814;p7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15" name="Google Shape;1815;p7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816" name="Google Shape;1816;p7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817" name="Google Shape;1817;p7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8" name="Google Shape;1818;p75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7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7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21" name="Google Shape;1821;p7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22" name="Google Shape;1822;p7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7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7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7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26" name="Google Shape;1826;p7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27" name="Google Shape;1827;p7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7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7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830" name="Google Shape;1830;p7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31" name="Google Shape;1831;p7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7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33" name="Google Shape;1833;p7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7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35" name="Google Shape;1835;p75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7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841" name="Google Shape;1841;p7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2" name="Google Shape;1842;p7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43" name="Google Shape;1843;p7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844" name="Google Shape;1844;p7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7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6" name="Google Shape;1846;p7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47" name="Google Shape;1847;p7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48" name="Google Shape;1848;p7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849" name="Google Shape;1849;p7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850" name="Google Shape;1850;p7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1" name="Google Shape;1851;p7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7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53" name="Google Shape;1853;p7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54" name="Google Shape;1854;p7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7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7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7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58" name="Google Shape;1858;p7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59" name="Google Shape;1859;p7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7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7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862" name="Google Shape;1862;p7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63" name="Google Shape;1863;p7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7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65" name="Google Shape;1865;p7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7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67" name="Google Shape;1867;p76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7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7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7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875" name="Google Shape;1875;p7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6" name="Google Shape;1876;p7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77" name="Google Shape;1877;p7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878" name="Google Shape;1878;p7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7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80" name="Google Shape;1880;p7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81" name="Google Shape;1881;p7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7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883" name="Google Shape;1883;p7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884" name="Google Shape;1884;p7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85" name="Google Shape;1885;p77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7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7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88" name="Google Shape;1888;p7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89" name="Google Shape;1889;p7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7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7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7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93" name="Google Shape;1893;p7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94" name="Google Shape;1894;p7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7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7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897" name="Google Shape;1897;p7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98" name="Google Shape;1898;p7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7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00" name="Google Shape;1900;p7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7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902" name="Google Shape;1902;p77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7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908" name="Google Shape;1908;p7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9" name="Google Shape;1909;p7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10" name="Google Shape;1910;p7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911" name="Google Shape;1911;p7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7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3" name="Google Shape;1913;p7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14" name="Google Shape;1914;p7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7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916" name="Google Shape;1916;p7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17" name="Google Shape;1917;p7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8" name="Google Shape;1918;p7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7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20" name="Google Shape;1920;p7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21" name="Google Shape;1921;p7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7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7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7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25" name="Google Shape;1925;p7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26" name="Google Shape;1926;p7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7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7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29" name="Google Shape;1929;p7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30" name="Google Shape;1930;p7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7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32" name="Google Shape;1932;p7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7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934" name="Google Shape;1934;p78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7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7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7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942" name="Google Shape;1942;p7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3" name="Google Shape;1943;p7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44" name="Google Shape;1944;p7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945" name="Google Shape;1945;p7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7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7" name="Google Shape;1947;p7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48" name="Google Shape;1948;p7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49" name="Google Shape;1949;p7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950" name="Google Shape;1950;p7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51" name="Google Shape;1951;p7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2" name="Google Shape;1952;p79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7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7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55" name="Google Shape;1955;p7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56" name="Google Shape;1956;p7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7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7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7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60" name="Google Shape;1960;p7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61" name="Google Shape;1961;p7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7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7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64" name="Google Shape;1964;p7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65" name="Google Shape;1965;p7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7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67" name="Google Shape;1967;p7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7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969" name="Google Shape;1969;p79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8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1975" name="Google Shape;1975;p8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6" name="Google Shape;1976;p8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77" name="Google Shape;1977;p8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1978" name="Google Shape;1978;p8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8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0" name="Google Shape;1980;p8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81" name="Google Shape;1981;p8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82" name="Google Shape;1982;p8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1983" name="Google Shape;1983;p8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84" name="Google Shape;1984;p8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5" name="Google Shape;1985;p8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8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87" name="Google Shape;1987;p8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88" name="Google Shape;1988;p8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8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8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8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92" name="Google Shape;1992;p8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93" name="Google Shape;1993;p8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8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8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96" name="Google Shape;1996;p8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97" name="Google Shape;1997;p8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8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99" name="Google Shape;1999;p8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8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01" name="Google Shape;2001;p80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8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8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8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009" name="Google Shape;2009;p8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0" name="Google Shape;2010;p8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11" name="Google Shape;2011;p8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012" name="Google Shape;2012;p8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8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4" name="Google Shape;2014;p8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15" name="Google Shape;2015;p8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8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017" name="Google Shape;2017;p8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18" name="Google Shape;2018;p8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9" name="Google Shape;2019;p81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8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8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22" name="Google Shape;2022;p8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23" name="Google Shape;2023;p8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8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8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8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27" name="Google Shape;2027;p8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28" name="Google Shape;2028;p8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8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8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31" name="Google Shape;2031;p8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32" name="Google Shape;2032;p8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8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34" name="Google Shape;2034;p8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8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36" name="Google Shape;2036;p81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8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042" name="Google Shape;2042;p8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43" name="Google Shape;2043;p8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44" name="Google Shape;2044;p8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045" name="Google Shape;2045;p8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8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47" name="Google Shape;2047;p8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48" name="Google Shape;2048;p8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8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050" name="Google Shape;2050;p8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51" name="Google Shape;2051;p8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52" name="Google Shape;2052;p8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8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54" name="Google Shape;2054;p8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55" name="Google Shape;2055;p8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8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8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8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59" name="Google Shape;2059;p8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60" name="Google Shape;2060;p8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8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8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63" name="Google Shape;2063;p8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64" name="Google Shape;2064;p8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8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66" name="Google Shape;2066;p8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8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68" name="Google Shape;2068;p82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8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8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8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076" name="Google Shape;2076;p8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77" name="Google Shape;2077;p8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78" name="Google Shape;2078;p8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079" name="Google Shape;2079;p8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8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1" name="Google Shape;2081;p8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82" name="Google Shape;2082;p8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083" name="Google Shape;2083;p8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084" name="Google Shape;2084;p8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85" name="Google Shape;2085;p8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6" name="Google Shape;2086;p83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8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8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89" name="Google Shape;2089;p8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90" name="Google Shape;2090;p8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8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8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8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94" name="Google Shape;2094;p8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95" name="Google Shape;2095;p8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8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8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98" name="Google Shape;2098;p8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99" name="Google Shape;2099;p8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8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01" name="Google Shape;2101;p8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8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103" name="Google Shape;2103;p83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8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109" name="Google Shape;2109;p8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0" name="Google Shape;2110;p8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11" name="Google Shape;2111;p8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112" name="Google Shape;2112;p8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13" name="Google Shape;2113;p8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4" name="Google Shape;2114;p8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15" name="Google Shape;2115;p8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8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117" name="Google Shape;2117;p8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8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9" name="Google Shape;2119;p84"/>
          <p:cNvSpPr/>
          <p:nvPr/>
        </p:nvSpPr>
        <p:spPr>
          <a:xfrm>
            <a:off x="713510" y="5053446"/>
            <a:ext cx="271549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84"/>
          <p:cNvSpPr/>
          <p:nvPr/>
        </p:nvSpPr>
        <p:spPr>
          <a:xfrm>
            <a:off x="6172200" y="5562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8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8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23" name="Google Shape;2123;p8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24" name="Google Shape;2124;p8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8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8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8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28" name="Google Shape;2128;p8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29" name="Google Shape;2129;p8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8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8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132" name="Google Shape;2132;p8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133" name="Google Shape;2133;p8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8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35" name="Google Shape;2135;p8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8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137" name="Google Shape;2137;p8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8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143" name="Google Shape;2143;p8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4" name="Google Shape;2144;p8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45" name="Google Shape;2145;p8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146" name="Google Shape;2146;p8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47" name="Google Shape;2147;p8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8" name="Google Shape;2148;p8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49" name="Google Shape;2149;p8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8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151" name="Google Shape;2151;p8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8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3" name="Google Shape;2153;p85"/>
          <p:cNvSpPr/>
          <p:nvPr/>
        </p:nvSpPr>
        <p:spPr>
          <a:xfrm>
            <a:off x="713509" y="5410200"/>
            <a:ext cx="3428999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8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8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56" name="Google Shape;2156;p8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57" name="Google Shape;2157;p8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8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8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8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61" name="Google Shape;2161;p8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62" name="Google Shape;2162;p8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8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8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165" name="Google Shape;2165;p8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166" name="Google Shape;2166;p8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8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68" name="Google Shape;2168;p8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8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170" name="Google Shape;2170;p8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8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8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177" name="Google Shape;2177;p8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78" name="Google Shape;2178;p8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79" name="Google Shape;2179;p8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180" name="Google Shape;2180;p8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81" name="Google Shape;2181;p8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2" name="Google Shape;2182;p8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183" name="Google Shape;2183;p8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84" name="Google Shape;2184;p8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185" name="Google Shape;2185;p8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8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7" name="Google Shape;2187;p86"/>
          <p:cNvSpPr/>
          <p:nvPr/>
        </p:nvSpPr>
        <p:spPr>
          <a:xfrm>
            <a:off x="713509" y="5742710"/>
            <a:ext cx="3020291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8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p8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8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91" name="Google Shape;2191;p8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92" name="Google Shape;2192;p8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8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8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8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8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97" name="Google Shape;2197;p8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8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8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200" name="Google Shape;2200;p8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01" name="Google Shape;2201;p8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8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03" name="Google Shape;2203;p8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8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205" name="Google Shape;2205;p8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8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211" name="Google Shape;2211;p8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2" name="Google Shape;2212;p8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13" name="Google Shape;2213;p8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214" name="Google Shape;2214;p8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15" name="Google Shape;2215;p8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6" name="Google Shape;2216;p8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17" name="Google Shape;2217;p8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18" name="Google Shape;2218;p8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219" name="Google Shape;2219;p8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8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1" name="Google Shape;2221;p87"/>
          <p:cNvSpPr/>
          <p:nvPr/>
        </p:nvSpPr>
        <p:spPr>
          <a:xfrm>
            <a:off x="6172200" y="3276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8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8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24" name="Google Shape;2224;p8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25" name="Google Shape;2225;p8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8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8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8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8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30" name="Google Shape;2230;p8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8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8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233" name="Google Shape;2233;p8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34" name="Google Shape;2234;p8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8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36" name="Google Shape;2236;p8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8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238" name="Google Shape;2238;p87"/>
          <p:cNvSpPr/>
          <p:nvPr/>
        </p:nvSpPr>
        <p:spPr>
          <a:xfrm>
            <a:off x="457200" y="2971800"/>
            <a:ext cx="4343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8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244" name="Google Shape;2244;p8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5" name="Google Shape;2245;p8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46" name="Google Shape;2246;p8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247" name="Google Shape;2247;p8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48" name="Google Shape;2248;p8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9" name="Google Shape;2249;p8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50" name="Google Shape;2250;p8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51" name="Google Shape;2251;p8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252" name="Google Shape;2252;p8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8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4" name="Google Shape;2254;p88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8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8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57" name="Google Shape;2257;p8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58" name="Google Shape;2258;p8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8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8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8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8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63" name="Google Shape;2263;p8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8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8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266" name="Google Shape;2266;p8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67" name="Google Shape;2267;p8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8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69" name="Google Shape;2269;p8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8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271" name="Google Shape;2271;p88"/>
          <p:cNvSpPr/>
          <p:nvPr/>
        </p:nvSpPr>
        <p:spPr>
          <a:xfrm>
            <a:off x="571500" y="3314700"/>
            <a:ext cx="28575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p8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277" name="Google Shape;2277;p8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8" name="Google Shape;2278;p8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79" name="Google Shape;2279;p8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280" name="Google Shape;2280;p8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81" name="Google Shape;2281;p8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82" name="Google Shape;2282;p8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83" name="Google Shape;2283;p8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84" name="Google Shape;2284;p8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285" name="Google Shape;2285;p8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p8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87" name="Google Shape;2287;p89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8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8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90" name="Google Shape;2290;p8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91" name="Google Shape;2291;p8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8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8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8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8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96" name="Google Shape;2296;p8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8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8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299" name="Google Shape;2299;p8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00" name="Google Shape;2300;p8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8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02" name="Google Shape;2302;p8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8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304" name="Google Shape;2304;p89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9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310" name="Google Shape;2310;p9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1" name="Google Shape;2311;p9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12" name="Google Shape;2312;p9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313" name="Google Shape;2313;p9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14" name="Google Shape;2314;p9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5" name="Google Shape;2315;p9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16" name="Google Shape;2316;p9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7" name="Google Shape;2317;p9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318" name="Google Shape;2318;p9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9" name="Google Shape;2319;p9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20" name="Google Shape;2320;p9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9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322" name="Google Shape;2322;p9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323" name="Google Shape;2323;p9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9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5" name="Google Shape;2325;p9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9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7" name="Google Shape;2327;p9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28" name="Google Shape;2328;p9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9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9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331" name="Google Shape;2331;p9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32" name="Google Shape;2332;p9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9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34" name="Google Shape;2334;p9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5" name="Google Shape;2335;p9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336" name="Google Shape;2336;p90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9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9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9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344" name="Google Shape;2344;p9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5" name="Google Shape;2345;p9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46" name="Google Shape;2346;p9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347" name="Google Shape;2347;p9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48" name="Google Shape;2348;p9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9" name="Google Shape;2349;p9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50" name="Google Shape;2350;p9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9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352" name="Google Shape;2352;p9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9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4" name="Google Shape;2354;p91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9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9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357" name="Google Shape;2357;p9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358" name="Google Shape;2358;p9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9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9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9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9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63" name="Google Shape;2363;p9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9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9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366" name="Google Shape;2366;p9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67" name="Google Shape;2367;p9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9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69" name="Google Shape;2369;p9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9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371" name="Google Shape;2371;p91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9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377" name="Google Shape;2377;p9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8" name="Google Shape;2378;p9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79" name="Google Shape;2379;p9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380" name="Google Shape;2380;p9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81" name="Google Shape;2381;p9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2" name="Google Shape;2382;p9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83" name="Google Shape;2383;p9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84" name="Google Shape;2384;p9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385" name="Google Shape;2385;p9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9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7" name="Google Shape;2387;p9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9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389" name="Google Shape;2389;p9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390" name="Google Shape;2390;p9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9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p9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9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4" name="Google Shape;2394;p9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95" name="Google Shape;2395;p9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9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9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398" name="Google Shape;2398;p9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99" name="Google Shape;2399;p9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9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01" name="Google Shape;2401;p9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9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403" name="Google Shape;2403;p92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p9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9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p9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411" name="Google Shape;2411;p9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12" name="Google Shape;2412;p9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13" name="Google Shape;2413;p9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414" name="Google Shape;2414;p9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15" name="Google Shape;2415;p9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16" name="Google Shape;2416;p9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17" name="Google Shape;2417;p9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18" name="Google Shape;2418;p9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419" name="Google Shape;2419;p9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9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21" name="Google Shape;2421;p9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9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23" name="Google Shape;2423;p9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24" name="Google Shape;2424;p9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9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9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9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9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29" name="Google Shape;2429;p9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9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9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432" name="Google Shape;2432;p9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33" name="Google Shape;2433;p9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p9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35" name="Google Shape;2435;p9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9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437" name="Google Shape;2437;p93"/>
          <p:cNvSpPr/>
          <p:nvPr/>
        </p:nvSpPr>
        <p:spPr>
          <a:xfrm>
            <a:off x="1246910" y="4384965"/>
            <a:ext cx="2057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93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9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444" name="Google Shape;2444;p9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5" name="Google Shape;2445;p9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46" name="Google Shape;2446;p9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447" name="Google Shape;2447;p9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48" name="Google Shape;2448;p9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9" name="Google Shape;2449;p9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50" name="Google Shape;2450;p9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51" name="Google Shape;2451;p9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452" name="Google Shape;2452;p9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3" name="Google Shape;2453;p9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4" name="Google Shape;2454;p94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9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9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57" name="Google Shape;2457;p9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58" name="Google Shape;2458;p9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9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9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9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9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63" name="Google Shape;2463;p9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9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9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466" name="Google Shape;2466;p9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67" name="Google Shape;2467;p9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9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69" name="Google Shape;2469;p9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p9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471" name="Google Shape;2471;p94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9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477" name="Google Shape;2477;p9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78" name="Google Shape;2478;p9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79" name="Google Shape;2479;p9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480" name="Google Shape;2480;p9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81" name="Google Shape;2481;p9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82" name="Google Shape;2482;p9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83" name="Google Shape;2483;p9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9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485" name="Google Shape;2485;p9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9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87" name="Google Shape;2487;p9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9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89" name="Google Shape;2489;p9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90" name="Google Shape;2490;p9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9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9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9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4" name="Google Shape;2494;p9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95" name="Google Shape;2495;p9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p9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9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498" name="Google Shape;2498;p9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99" name="Google Shape;2499;p9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p9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501" name="Google Shape;2501;p9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2" name="Google Shape;2502;p9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503" name="Google Shape;2503;p95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p9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9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p9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511" name="Google Shape;2511;p9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2" name="Google Shape;2512;p9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13" name="Google Shape;2513;p9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514" name="Google Shape;2514;p9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15" name="Google Shape;2515;p9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6" name="Google Shape;2516;p9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17" name="Google Shape;2517;p9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9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519" name="Google Shape;2519;p9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9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1" name="Google Shape;2521;p96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9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3" name="Google Shape;2523;p9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24" name="Google Shape;2524;p9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25" name="Google Shape;2525;p9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9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7" name="Google Shape;2527;p9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9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p9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30" name="Google Shape;2530;p9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9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9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533" name="Google Shape;2533;p9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34" name="Google Shape;2534;p9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5" name="Google Shape;2535;p9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536" name="Google Shape;2536;p9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9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538" name="Google Shape;2538;p96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9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544" name="Google Shape;2544;p9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45" name="Google Shape;2545;p9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46" name="Google Shape;2546;p9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547" name="Google Shape;2547;p9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48" name="Google Shape;2548;p9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49" name="Google Shape;2549;p9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50" name="Google Shape;2550;p9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551" name="Google Shape;2551;p9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552" name="Google Shape;2552;p9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3" name="Google Shape;2553;p9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54" name="Google Shape;2554;p9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5" name="Google Shape;2555;p9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56" name="Google Shape;2556;p9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57" name="Google Shape;2557;p9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9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9" name="Google Shape;2559;p9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9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1" name="Google Shape;2561;p9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62" name="Google Shape;2562;p9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3" name="Google Shape;2563;p9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4" name="Google Shape;2564;p9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565" name="Google Shape;2565;p9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66" name="Google Shape;2566;p9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9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568" name="Google Shape;2568;p9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9" name="Google Shape;2569;p9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570" name="Google Shape;2570;p97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1" name="Google Shape;2571;p9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9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6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p9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578" name="Google Shape;2578;p9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79" name="Google Shape;2579;p9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80" name="Google Shape;2580;p9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581" name="Google Shape;2581;p9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82" name="Google Shape;2582;p9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3" name="Google Shape;2583;p9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84" name="Google Shape;2584;p9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85" name="Google Shape;2585;p9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586" name="Google Shape;2586;p9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9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8" name="Google Shape;2588;p98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9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9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91" name="Google Shape;2591;p9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92" name="Google Shape;2592;p9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9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4" name="Google Shape;2594;p9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9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p9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97" name="Google Shape;2597;p9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8" name="Google Shape;2598;p9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p9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600" name="Google Shape;2600;p9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01" name="Google Shape;2601;p9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9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603" name="Google Shape;2603;p9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4" name="Google Shape;2604;p9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605" name="Google Shape;2605;p98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9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611" name="Google Shape;2611;p9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12" name="Google Shape;2612;p9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13" name="Google Shape;2613;p9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614" name="Google Shape;2614;p9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15" name="Google Shape;2615;p9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16" name="Google Shape;2616;p9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17" name="Google Shape;2617;p9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18" name="Google Shape;2618;p9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619" name="Google Shape;2619;p9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0" name="Google Shape;2620;p9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1" name="Google Shape;2621;p99"/>
          <p:cNvSpPr/>
          <p:nvPr/>
        </p:nvSpPr>
        <p:spPr>
          <a:xfrm>
            <a:off x="6172200" y="5562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2" name="Google Shape;2622;p9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p9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624" name="Google Shape;2624;p9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625" name="Google Shape;2625;p9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p9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7" name="Google Shape;2627;p9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p9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9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30" name="Google Shape;2630;p9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1" name="Google Shape;2631;p9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2" name="Google Shape;2632;p9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633" name="Google Shape;2633;p9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34" name="Google Shape;2634;p9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5" name="Google Shape;2635;p9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636" name="Google Shape;2636;p9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7" name="Google Shape;2637;p9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638" name="Google Shape;2638;p9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9" name="Google Shape;2639;p99"/>
          <p:cNvSpPr/>
          <p:nvPr/>
        </p:nvSpPr>
        <p:spPr>
          <a:xfrm>
            <a:off x="713510" y="5053446"/>
            <a:ext cx="271549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10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645" name="Google Shape;2645;p10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646" name="Google Shape;2646;p10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47" name="Google Shape;2647;p10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48" name="Google Shape;2648;p10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649" name="Google Shape;2649;p10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50" name="Google Shape;2650;p10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1" name="Google Shape;2651;p10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52" name="Google Shape;2652;p10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53" name="Google Shape;2653;p10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654" name="Google Shape;2654;p10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5" name="Google Shape;2655;p10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6" name="Google Shape;2656;p10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7" name="Google Shape;2657;p10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658" name="Google Shape;2658;p10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659" name="Google Shape;2659;p10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p10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p10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p10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663" name="Google Shape;2663;p10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64" name="Google Shape;2664;p10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5" name="Google Shape;2665;p10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6" name="Google Shape;2666;p10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67" name="Google Shape;2667;p10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10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669" name="Google Shape;2669;p10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10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671" name="Google Shape;2671;p10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p100"/>
          <p:cNvSpPr/>
          <p:nvPr/>
        </p:nvSpPr>
        <p:spPr>
          <a:xfrm>
            <a:off x="713509" y="5410200"/>
            <a:ext cx="3428999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p10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7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p10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9" name="Google Shape;2679;p10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680" name="Google Shape;2680;p10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1" name="Google Shape;2681;p10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82" name="Google Shape;2682;p10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683" name="Google Shape;2683;p10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84" name="Google Shape;2684;p10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5" name="Google Shape;2685;p10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86" name="Google Shape;2686;p10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87" name="Google Shape;2687;p10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688" name="Google Shape;2688;p10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10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90" name="Google Shape;2690;p10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10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692" name="Google Shape;2692;p10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693" name="Google Shape;2693;p10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0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10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6" name="Google Shape;2696;p10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697" name="Google Shape;2697;p10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98" name="Google Shape;2698;p10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10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0" name="Google Shape;2700;p10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701" name="Google Shape;2701;p10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2" name="Google Shape;2702;p10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703" name="Google Shape;2703;p10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4" name="Google Shape;2704;p10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705" name="Google Shape;2705;p10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6" name="Google Shape;2706;p10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p101"/>
          <p:cNvSpPr/>
          <p:nvPr/>
        </p:nvSpPr>
        <p:spPr>
          <a:xfrm>
            <a:off x="713509" y="5742710"/>
            <a:ext cx="3020291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p10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p10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714" name="Google Shape;2714;p10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5" name="Google Shape;2715;p10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16" name="Google Shape;2716;p10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717" name="Google Shape;2717;p10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18" name="Google Shape;2718;p10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9" name="Google Shape;2719;p10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720" name="Google Shape;2720;p10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721" name="Google Shape;2721;p10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722" name="Google Shape;2722;p10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10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24" name="Google Shape;2724;p10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10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726" name="Google Shape;2726;p10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727" name="Google Shape;2727;p10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8" name="Google Shape;2728;p10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p10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0" name="Google Shape;2730;p10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731" name="Google Shape;2731;p10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32" name="Google Shape;2732;p10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10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10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735" name="Google Shape;2735;p10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10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737" name="Google Shape;2737;p10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8" name="Google Shape;2738;p10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739" name="Google Shape;2739;p102"/>
          <p:cNvSpPr/>
          <p:nvPr/>
        </p:nvSpPr>
        <p:spPr>
          <a:xfrm>
            <a:off x="6172200" y="3276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102"/>
          <p:cNvSpPr/>
          <p:nvPr/>
        </p:nvSpPr>
        <p:spPr>
          <a:xfrm>
            <a:off x="457200" y="2971800"/>
            <a:ext cx="4343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4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Google Shape;2745;p10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10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747" name="Google Shape;2747;p10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48" name="Google Shape;2748;p10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49" name="Google Shape;2749;p10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750" name="Google Shape;2750;p10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51" name="Google Shape;2751;p10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2" name="Google Shape;2752;p10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53" name="Google Shape;2753;p10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754" name="Google Shape;2754;p10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755" name="Google Shape;2755;p10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10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7" name="Google Shape;2757;p10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10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759" name="Google Shape;2759;p10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760" name="Google Shape;2760;p10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p10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p10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3" name="Google Shape;2763;p10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764" name="Google Shape;2764;p10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65" name="Google Shape;2765;p10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6" name="Google Shape;2766;p10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7" name="Google Shape;2767;p10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768" name="Google Shape;2768;p10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10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770" name="Google Shape;2770;p10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1" name="Google Shape;2771;p10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772" name="Google Shape;2772;p103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3" name="Google Shape;2773;p103"/>
          <p:cNvSpPr/>
          <p:nvPr/>
        </p:nvSpPr>
        <p:spPr>
          <a:xfrm>
            <a:off x="571500" y="3314700"/>
            <a:ext cx="28575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7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10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9" name="Google Shape;2779;p10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780" name="Google Shape;2780;p10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1" name="Google Shape;2781;p10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82" name="Google Shape;2782;p10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783" name="Google Shape;2783;p10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84" name="Google Shape;2784;p10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5" name="Google Shape;2785;p10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86" name="Google Shape;2786;p10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10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788" name="Google Shape;2788;p10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9" name="Google Shape;2789;p10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90" name="Google Shape;2790;p10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1" name="Google Shape;2791;p10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792" name="Google Shape;2792;p10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793" name="Google Shape;2793;p10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4" name="Google Shape;2794;p10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p10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6" name="Google Shape;2796;p10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797" name="Google Shape;2797;p10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98" name="Google Shape;2798;p10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10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0" name="Google Shape;2800;p10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801" name="Google Shape;2801;p10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2" name="Google Shape;2802;p10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803" name="Google Shape;2803;p10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4" name="Google Shape;2804;p10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805" name="Google Shape;2805;p104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104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Google Shape;2811;p10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10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813" name="Google Shape;2813;p10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14" name="Google Shape;2814;p10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15" name="Google Shape;2815;p10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816" name="Google Shape;2816;p10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17" name="Google Shape;2817;p10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18" name="Google Shape;2818;p10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19" name="Google Shape;2819;p10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0" name="Google Shape;2820;p10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821" name="Google Shape;2821;p10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p10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3" name="Google Shape;2823;p10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10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25" name="Google Shape;2825;p10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26" name="Google Shape;2826;p10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0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10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10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830" name="Google Shape;2830;p10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831" name="Google Shape;2831;p10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2" name="Google Shape;2832;p10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3" name="Google Shape;2833;p10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834" name="Google Shape;2834;p10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10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836" name="Google Shape;2836;p10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10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838" name="Google Shape;2838;p10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10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105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p10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10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847" name="Google Shape;2847;p10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48" name="Google Shape;2848;p10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49" name="Google Shape;2849;p10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850" name="Google Shape;2850;p10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51" name="Google Shape;2851;p10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52" name="Google Shape;2852;p10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853" name="Google Shape;2853;p10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4" name="Google Shape;2854;p10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855" name="Google Shape;2855;p10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6" name="Google Shape;2856;p10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57" name="Google Shape;2857;p10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10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59" name="Google Shape;2859;p10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60" name="Google Shape;2860;p10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0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10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3" name="Google Shape;2863;p10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864" name="Google Shape;2864;p10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865" name="Google Shape;2865;p10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6" name="Google Shape;2866;p10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7" name="Google Shape;2867;p10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868" name="Google Shape;2868;p10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10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870" name="Google Shape;2870;p10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10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872" name="Google Shape;2872;p106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3" name="Google Shape;2873;p106"/>
          <p:cNvSpPr/>
          <p:nvPr/>
        </p:nvSpPr>
        <p:spPr>
          <a:xfrm>
            <a:off x="1246910" y="4384965"/>
            <a:ext cx="2057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7" name="Shape 2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p10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10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880" name="Google Shape;2880;p10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81" name="Google Shape;2881;p10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82" name="Google Shape;2882;p10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883" name="Google Shape;2883;p10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84" name="Google Shape;2884;p10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85" name="Google Shape;2885;p10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886" name="Google Shape;2886;p10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887" name="Google Shape;2887;p10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888" name="Google Shape;2888;p10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10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90" name="Google Shape;2890;p10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10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92" name="Google Shape;2892;p10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93" name="Google Shape;2893;p10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10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10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6" name="Google Shape;2896;p10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897" name="Google Shape;2897;p10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898" name="Google Shape;2898;p10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10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0" name="Google Shape;2900;p10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901" name="Google Shape;2901;p10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10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903" name="Google Shape;2903;p10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4" name="Google Shape;2904;p10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905" name="Google Shape;2905;p107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107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p10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10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913" name="Google Shape;2913;p10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4" name="Google Shape;2914;p10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15" name="Google Shape;2915;p10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916" name="Google Shape;2916;p10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17" name="Google Shape;2917;p10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8" name="Google Shape;2918;p10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919" name="Google Shape;2919;p10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920" name="Google Shape;2920;p10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921" name="Google Shape;2921;p10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10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3" name="Google Shape;2923;p10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4" name="Google Shape;2924;p10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25" name="Google Shape;2925;p10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26" name="Google Shape;2926;p10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10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8" name="Google Shape;2928;p10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p10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930" name="Google Shape;2930;p10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31" name="Google Shape;2931;p10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2" name="Google Shape;2932;p10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3" name="Google Shape;2933;p10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934" name="Google Shape;2934;p10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10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936" name="Google Shape;2936;p10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10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938" name="Google Shape;2938;p10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9" name="Google Shape;2939;p10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0" name="Google Shape;2940;p108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4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Google Shape;2945;p10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p10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947" name="Google Shape;2947;p10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48" name="Google Shape;2948;p10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49" name="Google Shape;2949;p10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950" name="Google Shape;2950;p10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51" name="Google Shape;2951;p10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52" name="Google Shape;2952;p10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953" name="Google Shape;2953;p10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4" name="Google Shape;2954;p10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955" name="Google Shape;2955;p10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6" name="Google Shape;2956;p10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57" name="Google Shape;2957;p10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8" name="Google Shape;2958;p10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59" name="Google Shape;2959;p10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60" name="Google Shape;2960;p10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1" name="Google Shape;2961;p10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10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3" name="Google Shape;2963;p10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964" name="Google Shape;2964;p10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65" name="Google Shape;2965;p10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6" name="Google Shape;2966;p10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7" name="Google Shape;2967;p10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968" name="Google Shape;2968;p10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p10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970" name="Google Shape;2970;p10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10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972" name="Google Shape;2972;p109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109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7" name="Shape 2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8" name="Google Shape;2978;p11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9" name="Google Shape;2979;p11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2980" name="Google Shape;2980;p11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81" name="Google Shape;2981;p11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82" name="Google Shape;2982;p11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2983" name="Google Shape;2983;p11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84" name="Google Shape;2984;p11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85" name="Google Shape;2985;p11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986" name="Google Shape;2986;p11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11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988" name="Google Shape;2988;p11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11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90" name="Google Shape;2990;p11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11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92" name="Google Shape;2992;p11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93" name="Google Shape;2993;p11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4" name="Google Shape;2994;p11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11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11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997" name="Google Shape;2997;p11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98" name="Google Shape;2998;p11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11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p11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01" name="Google Shape;3001;p11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p11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003" name="Google Shape;3003;p11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4" name="Google Shape;3004;p11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005" name="Google Shape;3005;p11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6" name="Google Shape;3006;p11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7" name="Google Shape;3007;p110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2" name="Google Shape;3012;p11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3" name="Google Shape;3013;p11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014" name="Google Shape;3014;p11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5" name="Google Shape;3015;p11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16" name="Google Shape;3016;p11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017" name="Google Shape;3017;p11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18" name="Google Shape;3018;p11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9" name="Google Shape;3019;p11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20" name="Google Shape;3020;p11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021" name="Google Shape;3021;p11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022" name="Google Shape;3022;p11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3" name="Google Shape;3023;p11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24" name="Google Shape;3024;p11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5" name="Google Shape;3025;p11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26" name="Google Shape;3026;p11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27" name="Google Shape;3027;p11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p11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11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0" name="Google Shape;3030;p11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031" name="Google Shape;3031;p11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32" name="Google Shape;3032;p11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3" name="Google Shape;3033;p11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4" name="Google Shape;3034;p11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35" name="Google Shape;3035;p11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6" name="Google Shape;3036;p11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037" name="Google Shape;3037;p11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p11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039" name="Google Shape;3039;p111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111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p11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11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047" name="Google Shape;3047;p11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8" name="Google Shape;3048;p11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49" name="Google Shape;3049;p11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050" name="Google Shape;3050;p11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51" name="Google Shape;3051;p11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52" name="Google Shape;3052;p11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53" name="Google Shape;3053;p11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054" name="Google Shape;3054;p11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055" name="Google Shape;3055;p11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11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57" name="Google Shape;3057;p11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11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59" name="Google Shape;3059;p11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60" name="Google Shape;3060;p11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1" name="Google Shape;3061;p11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p11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3" name="Google Shape;3063;p11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064" name="Google Shape;3064;p11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65" name="Google Shape;3065;p11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11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11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68" name="Google Shape;3068;p11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11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070" name="Google Shape;3070;p11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11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072" name="Google Shape;3072;p112"/>
          <p:cNvSpPr/>
          <p:nvPr/>
        </p:nvSpPr>
        <p:spPr>
          <a:xfrm>
            <a:off x="6172200" y="5562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11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112"/>
          <p:cNvSpPr/>
          <p:nvPr/>
        </p:nvSpPr>
        <p:spPr>
          <a:xfrm>
            <a:off x="713510" y="5053446"/>
            <a:ext cx="271549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p11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p11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081" name="Google Shape;3081;p11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2" name="Google Shape;3082;p11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83" name="Google Shape;3083;p11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084" name="Google Shape;3084;p11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85" name="Google Shape;3085;p11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6" name="Google Shape;3086;p11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87" name="Google Shape;3087;p11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088" name="Google Shape;3088;p11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089" name="Google Shape;3089;p11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0" name="Google Shape;3090;p11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1" name="Google Shape;3091;p11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2" name="Google Shape;3092;p11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93" name="Google Shape;3093;p11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94" name="Google Shape;3094;p11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p11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6" name="Google Shape;3096;p11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7" name="Google Shape;3097;p11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098" name="Google Shape;3098;p11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99" name="Google Shape;3099;p11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0" name="Google Shape;3100;p11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1" name="Google Shape;3101;p11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02" name="Google Shape;3102;p11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3" name="Google Shape;3103;p11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104" name="Google Shape;3104;p11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5" name="Google Shape;3105;p11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106" name="Google Shape;3106;p113"/>
          <p:cNvSpPr/>
          <p:nvPr/>
        </p:nvSpPr>
        <p:spPr>
          <a:xfrm>
            <a:off x="4828309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11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113"/>
          <p:cNvSpPr/>
          <p:nvPr/>
        </p:nvSpPr>
        <p:spPr>
          <a:xfrm>
            <a:off x="713509" y="5410200"/>
            <a:ext cx="3428999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2" name="Shape 3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Google Shape;3113;p11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4" name="Google Shape;3114;p11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115" name="Google Shape;3115;p11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16" name="Google Shape;3116;p11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17" name="Google Shape;3117;p11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118" name="Google Shape;3118;p11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19" name="Google Shape;3119;p11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20" name="Google Shape;3120;p11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21" name="Google Shape;3121;p11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22" name="Google Shape;3122;p11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123" name="Google Shape;3123;p11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4" name="Google Shape;3124;p11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25" name="Google Shape;3125;p11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6" name="Google Shape;3126;p11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127" name="Google Shape;3127;p11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128" name="Google Shape;3128;p11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11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0" name="Google Shape;3130;p11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1" name="Google Shape;3131;p11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32" name="Google Shape;3132;p11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33" name="Google Shape;3133;p11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4" name="Google Shape;3134;p11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5" name="Google Shape;3135;p11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36" name="Google Shape;3136;p11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7" name="Google Shape;3137;p11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138" name="Google Shape;3138;p11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11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140" name="Google Shape;3140;p114"/>
          <p:cNvSpPr/>
          <p:nvPr/>
        </p:nvSpPr>
        <p:spPr>
          <a:xfrm>
            <a:off x="4828309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114"/>
          <p:cNvSpPr/>
          <p:nvPr/>
        </p:nvSpPr>
        <p:spPr>
          <a:xfrm>
            <a:off x="6172200" y="5541818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2" name="Google Shape;3142;p114"/>
          <p:cNvSpPr/>
          <p:nvPr/>
        </p:nvSpPr>
        <p:spPr>
          <a:xfrm>
            <a:off x="713509" y="5742710"/>
            <a:ext cx="3020291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6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p11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8" name="Google Shape;3148;p11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149" name="Google Shape;3149;p11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50" name="Google Shape;3150;p11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51" name="Google Shape;3151;p11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152" name="Google Shape;3152;p11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53" name="Google Shape;3153;p11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54" name="Google Shape;3154;p11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55" name="Google Shape;3155;p11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56" name="Google Shape;3156;p11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157" name="Google Shape;3157;p11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8" name="Google Shape;3158;p11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59" name="Google Shape;3159;p11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p11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161" name="Google Shape;3161;p11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162" name="Google Shape;3162;p11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3" name="Google Shape;3163;p11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11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5" name="Google Shape;3165;p11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66" name="Google Shape;3166;p11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67" name="Google Shape;3167;p11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11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9" name="Google Shape;3169;p11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70" name="Google Shape;3170;p11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1" name="Google Shape;3171;p11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172" name="Google Shape;3172;p11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3" name="Google Shape;3173;p11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174" name="Google Shape;3174;p115"/>
          <p:cNvSpPr/>
          <p:nvPr/>
        </p:nvSpPr>
        <p:spPr>
          <a:xfrm>
            <a:off x="6172200" y="3276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5" name="Google Shape;3175;p115"/>
          <p:cNvSpPr/>
          <p:nvPr/>
        </p:nvSpPr>
        <p:spPr>
          <a:xfrm>
            <a:off x="457200" y="2971800"/>
            <a:ext cx="4343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9" name="Shape 3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" name="Google Shape;3180;p11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11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182" name="Google Shape;3182;p11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83" name="Google Shape;3183;p11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84" name="Google Shape;3184;p11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185" name="Google Shape;3185;p11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86" name="Google Shape;3186;p11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87" name="Google Shape;3187;p11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88" name="Google Shape;3188;p11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89" name="Google Shape;3189;p11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190" name="Google Shape;3190;p11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1" name="Google Shape;3191;p11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92" name="Google Shape;3192;p11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3" name="Google Shape;3193;p11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194" name="Google Shape;3194;p11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195" name="Google Shape;3195;p11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6" name="Google Shape;3196;p11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7" name="Google Shape;3197;p11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8" name="Google Shape;3198;p11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99" name="Google Shape;3199;p11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00" name="Google Shape;3200;p11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1" name="Google Shape;3201;p11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2" name="Google Shape;3202;p11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03" name="Google Shape;3203;p11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4" name="Google Shape;3204;p11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205" name="Google Shape;3205;p11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6" name="Google Shape;3206;p11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07" name="Google Shape;3207;p116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8" name="Google Shape;3208;p116"/>
          <p:cNvSpPr/>
          <p:nvPr/>
        </p:nvSpPr>
        <p:spPr>
          <a:xfrm>
            <a:off x="571500" y="3314700"/>
            <a:ext cx="28575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2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11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4" name="Google Shape;3214;p11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215" name="Google Shape;3215;p11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16" name="Google Shape;3216;p11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17" name="Google Shape;3217;p11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218" name="Google Shape;3218;p11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19" name="Google Shape;3219;p11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0" name="Google Shape;3220;p11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21" name="Google Shape;3221;p11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2" name="Google Shape;3222;p11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223" name="Google Shape;3223;p11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11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5" name="Google Shape;3225;p11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6" name="Google Shape;3226;p11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27" name="Google Shape;3227;p11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28" name="Google Shape;3228;p11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p11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p11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11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32" name="Google Shape;3232;p11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33" name="Google Shape;3233;p11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4" name="Google Shape;3234;p11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11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36" name="Google Shape;3236;p11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11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238" name="Google Shape;3238;p11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p11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40" name="Google Shape;3240;p117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1" name="Google Shape;3241;p117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5" name="Shape 3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" name="Google Shape;3246;p11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7" name="Google Shape;3247;p11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248" name="Google Shape;3248;p11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9" name="Google Shape;3249;p11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50" name="Google Shape;3250;p11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251" name="Google Shape;3251;p11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52" name="Google Shape;3252;p11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3" name="Google Shape;3253;p11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54" name="Google Shape;3254;p11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5" name="Google Shape;3255;p11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256" name="Google Shape;3256;p11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7" name="Google Shape;3257;p11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8" name="Google Shape;3258;p11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9" name="Google Shape;3259;p11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60" name="Google Shape;3260;p11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61" name="Google Shape;3261;p11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2" name="Google Shape;3262;p11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3" name="Google Shape;3263;p11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p11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65" name="Google Shape;3265;p11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66" name="Google Shape;3266;p11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7" name="Google Shape;3267;p11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8" name="Google Shape;3268;p11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69" name="Google Shape;3269;p11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p11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271" name="Google Shape;3271;p11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11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73" name="Google Shape;3273;p118"/>
          <p:cNvSpPr/>
          <p:nvPr/>
        </p:nvSpPr>
        <p:spPr>
          <a:xfrm>
            <a:off x="4800600" y="15170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4" name="Google Shape;3274;p118"/>
          <p:cNvSpPr/>
          <p:nvPr/>
        </p:nvSpPr>
        <p:spPr>
          <a:xfrm>
            <a:off x="5257800" y="15170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5" name="Google Shape;3275;p118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9" name="Shape 3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0" name="Google Shape;3280;p11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11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282" name="Google Shape;3282;p11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83" name="Google Shape;3283;p11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84" name="Google Shape;3284;p11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285" name="Google Shape;3285;p11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86" name="Google Shape;3286;p11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87" name="Google Shape;3287;p11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88" name="Google Shape;3288;p11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89" name="Google Shape;3289;p11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290" name="Google Shape;3290;p11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1" name="Google Shape;3291;p11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92" name="Google Shape;3292;p11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11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94" name="Google Shape;3294;p11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95" name="Google Shape;3295;p11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11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7" name="Google Shape;3297;p11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8" name="Google Shape;3298;p11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99" name="Google Shape;3299;p11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300" name="Google Shape;3300;p11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1" name="Google Shape;3301;p11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2" name="Google Shape;3302;p11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303" name="Google Shape;3303;p11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4" name="Google Shape;3304;p11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305" name="Google Shape;3305;p11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11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07" name="Google Shape;3307;p119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8" name="Google Shape;3308;p119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2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12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4" name="Google Shape;3314;p12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315" name="Google Shape;3315;p12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16" name="Google Shape;3316;p12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17" name="Google Shape;3317;p12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318" name="Google Shape;3318;p12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319" name="Google Shape;3319;p12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20" name="Google Shape;3320;p12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321" name="Google Shape;3321;p12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22" name="Google Shape;3322;p12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323" name="Google Shape;3323;p12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4" name="Google Shape;3324;p12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25" name="Google Shape;3325;p12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6" name="Google Shape;3326;p12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27" name="Google Shape;3327;p12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28" name="Google Shape;3328;p12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12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0" name="Google Shape;3330;p12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1" name="Google Shape;3331;p12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332" name="Google Shape;3332;p12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333" name="Google Shape;3333;p12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4" name="Google Shape;3334;p12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5" name="Google Shape;3335;p12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336" name="Google Shape;3336;p12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7" name="Google Shape;3337;p12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338" name="Google Shape;3338;p12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9" name="Google Shape;3339;p12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40" name="Google Shape;3340;p120"/>
          <p:cNvSpPr/>
          <p:nvPr/>
        </p:nvSpPr>
        <p:spPr>
          <a:xfrm>
            <a:off x="4800600" y="15170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1" name="Google Shape;3341;p120"/>
          <p:cNvSpPr/>
          <p:nvPr/>
        </p:nvSpPr>
        <p:spPr>
          <a:xfrm>
            <a:off x="5715000" y="15170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2" name="Google Shape;3342;p120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p12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8" name="Google Shape;3348;p12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349" name="Google Shape;3349;p12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50" name="Google Shape;3350;p12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51" name="Google Shape;3351;p12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352" name="Google Shape;3352;p12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353" name="Google Shape;3353;p12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54" name="Google Shape;3354;p12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55" name="Google Shape;3355;p12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56" name="Google Shape;3356;p12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357" name="Google Shape;3357;p12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8" name="Google Shape;3358;p12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59" name="Google Shape;3359;p12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0" name="Google Shape;3360;p12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61" name="Google Shape;3361;p12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62" name="Google Shape;3362;p12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3" name="Google Shape;3363;p12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4" name="Google Shape;3364;p12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5" name="Google Shape;3365;p12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366" name="Google Shape;3366;p12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367" name="Google Shape;3367;p12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12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9" name="Google Shape;3369;p12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370" name="Google Shape;3370;p12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1" name="Google Shape;3371;p12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372" name="Google Shape;3372;p12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3" name="Google Shape;3373;p12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74" name="Google Shape;3374;p121"/>
          <p:cNvSpPr/>
          <p:nvPr/>
        </p:nvSpPr>
        <p:spPr>
          <a:xfrm>
            <a:off x="6172200" y="4017818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5" name="Google Shape;3375;p121"/>
          <p:cNvSpPr/>
          <p:nvPr/>
        </p:nvSpPr>
        <p:spPr>
          <a:xfrm>
            <a:off x="1246910" y="4384965"/>
            <a:ext cx="2057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9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" name="Google Shape;3380;p12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12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382" name="Google Shape;3382;p12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83" name="Google Shape;3383;p12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84" name="Google Shape;3384;p12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385" name="Google Shape;3385;p12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386" name="Google Shape;3386;p12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87" name="Google Shape;3387;p12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88" name="Google Shape;3388;p12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12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390" name="Google Shape;3390;p12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12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92" name="Google Shape;3392;p12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3" name="Google Shape;3393;p12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94" name="Google Shape;3394;p12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95" name="Google Shape;3395;p12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6" name="Google Shape;3396;p12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12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12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399" name="Google Shape;3399;p12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00" name="Google Shape;3400;p12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1" name="Google Shape;3401;p12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2" name="Google Shape;3402;p12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03" name="Google Shape;3403;p12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12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405" name="Google Shape;3405;p12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6" name="Google Shape;3406;p12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07" name="Google Shape;3407;p122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8" name="Google Shape;3408;p122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p12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4" name="Google Shape;3414;p12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415" name="Google Shape;3415;p12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16" name="Google Shape;3416;p12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17" name="Google Shape;3417;p12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418" name="Google Shape;3418;p12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19" name="Google Shape;3419;p12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20" name="Google Shape;3420;p12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21" name="Google Shape;3421;p12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2" name="Google Shape;3422;p12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423" name="Google Shape;3423;p12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4" name="Google Shape;3424;p12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25" name="Google Shape;3425;p12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6" name="Google Shape;3426;p12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27" name="Google Shape;3427;p12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28" name="Google Shape;3428;p12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9" name="Google Shape;3429;p12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0" name="Google Shape;3430;p12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1" name="Google Shape;3431;p12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432" name="Google Shape;3432;p12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33" name="Google Shape;3433;p12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4" name="Google Shape;3434;p12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5" name="Google Shape;3435;p12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36" name="Google Shape;3436;p12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7" name="Google Shape;3437;p12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438" name="Google Shape;3438;p12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12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40" name="Google Shape;3440;p123"/>
          <p:cNvSpPr/>
          <p:nvPr/>
        </p:nvSpPr>
        <p:spPr>
          <a:xfrm>
            <a:off x="6172200" y="5562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1" name="Google Shape;3441;p12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2" name="Google Shape;3442;p123"/>
          <p:cNvSpPr/>
          <p:nvPr/>
        </p:nvSpPr>
        <p:spPr>
          <a:xfrm>
            <a:off x="713510" y="5053446"/>
            <a:ext cx="271549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6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7" name="Google Shape;3447;p12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8" name="Google Shape;3448;p12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449" name="Google Shape;3449;p12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50" name="Google Shape;3450;p12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51" name="Google Shape;3451;p12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452" name="Google Shape;3452;p12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53" name="Google Shape;3453;p12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54" name="Google Shape;3454;p12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55" name="Google Shape;3455;p12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6" name="Google Shape;3456;p12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457" name="Google Shape;3457;p12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8" name="Google Shape;3458;p12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59" name="Google Shape;3459;p12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0" name="Google Shape;3460;p12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61" name="Google Shape;3461;p12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62" name="Google Shape;3462;p12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3" name="Google Shape;3463;p12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4" name="Google Shape;3464;p12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5" name="Google Shape;3465;p12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466" name="Google Shape;3466;p12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67" name="Google Shape;3467;p12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12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9" name="Google Shape;3469;p12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70" name="Google Shape;3470;p12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1" name="Google Shape;3471;p12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472" name="Google Shape;3472;p12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3" name="Google Shape;3473;p12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74" name="Google Shape;3474;p12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5" name="Google Shape;3475;p12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6" name="Google Shape;3476;p124"/>
          <p:cNvSpPr/>
          <p:nvPr/>
        </p:nvSpPr>
        <p:spPr>
          <a:xfrm>
            <a:off x="713509" y="5410200"/>
            <a:ext cx="3428999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0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p12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2" name="Google Shape;3482;p12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483" name="Google Shape;3483;p12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84" name="Google Shape;3484;p12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85" name="Google Shape;3485;p12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486" name="Google Shape;3486;p12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87" name="Google Shape;3487;p12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88" name="Google Shape;3488;p12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89" name="Google Shape;3489;p12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0" name="Google Shape;3490;p12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491" name="Google Shape;3491;p12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2" name="Google Shape;3492;p12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93" name="Google Shape;3493;p12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4" name="Google Shape;3494;p12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95" name="Google Shape;3495;p12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96" name="Google Shape;3496;p12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7" name="Google Shape;3497;p12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8" name="Google Shape;3498;p12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9" name="Google Shape;3499;p12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500" name="Google Shape;3500;p12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501" name="Google Shape;3501;p12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2" name="Google Shape;3502;p12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3" name="Google Shape;3503;p12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504" name="Google Shape;3504;p12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5" name="Google Shape;3505;p12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06" name="Google Shape;3506;p12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7" name="Google Shape;3507;p12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08" name="Google Shape;3508;p12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9" name="Google Shape;3509;p12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0" name="Google Shape;3510;p125"/>
          <p:cNvSpPr/>
          <p:nvPr/>
        </p:nvSpPr>
        <p:spPr>
          <a:xfrm>
            <a:off x="713509" y="5742710"/>
            <a:ext cx="3020291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4" name="Shape 3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p126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6" name="Google Shape;3516;p12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517" name="Google Shape;3517;p126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8" name="Google Shape;3518;p12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19" name="Google Shape;3519;p126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520" name="Google Shape;3520;p12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21" name="Google Shape;3521;p126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22" name="Google Shape;3522;p126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23" name="Google Shape;3523;p126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4" name="Google Shape;3524;p126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525" name="Google Shape;3525;p126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6" name="Google Shape;3526;p126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27" name="Google Shape;3527;p126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8" name="Google Shape;3528;p126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529" name="Google Shape;3529;p126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530" name="Google Shape;3530;p126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1" name="Google Shape;3531;p126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2" name="Google Shape;3532;p126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3" name="Google Shape;3533;p126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534" name="Google Shape;3534;p126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535" name="Google Shape;3535;p126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6" name="Google Shape;3536;p126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7" name="Google Shape;3537;p126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538" name="Google Shape;3538;p126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9" name="Google Shape;3539;p126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40" name="Google Shape;3540;p126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1" name="Google Shape;3541;p126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42" name="Google Shape;3542;p126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3" name="Google Shape;3543;p126"/>
          <p:cNvSpPr/>
          <p:nvPr/>
        </p:nvSpPr>
        <p:spPr>
          <a:xfrm>
            <a:off x="457200" y="2971800"/>
            <a:ext cx="4343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7" name="Shape 3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8" name="Google Shape;3548;p127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9" name="Google Shape;3549;p12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550" name="Google Shape;3550;p127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51" name="Google Shape;3551;p12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52" name="Google Shape;3552;p127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553" name="Google Shape;3553;p127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54" name="Google Shape;3554;p127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55" name="Google Shape;3555;p127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56" name="Google Shape;3556;p127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7" name="Google Shape;3557;p127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558" name="Google Shape;3558;p127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9" name="Google Shape;3559;p127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60" name="Google Shape;3560;p127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1" name="Google Shape;3561;p127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562" name="Google Shape;3562;p127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563" name="Google Shape;3563;p127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4" name="Google Shape;3564;p127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5" name="Google Shape;3565;p127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6" name="Google Shape;3566;p127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567" name="Google Shape;3567;p127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568" name="Google Shape;3568;p127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9" name="Google Shape;3569;p127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0" name="Google Shape;3570;p127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571" name="Google Shape;3571;p127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2" name="Google Shape;3572;p127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73" name="Google Shape;3573;p127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127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75" name="Google Shape;3575;p127"/>
          <p:cNvSpPr/>
          <p:nvPr/>
        </p:nvSpPr>
        <p:spPr>
          <a:xfrm>
            <a:off x="6172200" y="4038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6" name="Google Shape;3576;p127"/>
          <p:cNvSpPr/>
          <p:nvPr/>
        </p:nvSpPr>
        <p:spPr>
          <a:xfrm>
            <a:off x="571500" y="3314700"/>
            <a:ext cx="28575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0" name="Shape 3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1" name="Google Shape;3581;p128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2" name="Google Shape;3582;p12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583" name="Google Shape;3583;p128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84" name="Google Shape;3584;p12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85" name="Google Shape;3585;p128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586" name="Google Shape;3586;p128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87" name="Google Shape;3587;p128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88" name="Google Shape;3588;p128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589" name="Google Shape;3589;p128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90" name="Google Shape;3590;p128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591" name="Google Shape;3591;p128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2" name="Google Shape;3592;p128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93" name="Google Shape;3593;p128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4" name="Google Shape;3594;p128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595" name="Google Shape;3595;p128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596" name="Google Shape;3596;p128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7" name="Google Shape;3597;p128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8" name="Google Shape;3598;p128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9" name="Google Shape;3599;p128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600" name="Google Shape;3600;p128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01" name="Google Shape;3601;p128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2" name="Google Shape;3602;p128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3" name="Google Shape;3603;p128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604" name="Google Shape;3604;p128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5" name="Google Shape;3605;p128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606" name="Google Shape;3606;p128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7" name="Google Shape;3607;p128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08" name="Google Shape;3608;p128"/>
          <p:cNvSpPr/>
          <p:nvPr/>
        </p:nvSpPr>
        <p:spPr>
          <a:xfrm>
            <a:off x="6172200" y="4786745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9" name="Google Shape;3609;p128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3" name="Shape 3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" name="Google Shape;3614;p129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5" name="Google Shape;3615;p12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616" name="Google Shape;3616;p129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17" name="Google Shape;3617;p12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18" name="Google Shape;3618;p129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619" name="Google Shape;3619;p129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620" name="Google Shape;3620;p129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21" name="Google Shape;3621;p129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622" name="Google Shape;3622;p129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23" name="Google Shape;3623;p129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624" name="Google Shape;3624;p129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5" name="Google Shape;3625;p129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26" name="Google Shape;3626;p129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7" name="Google Shape;3627;p129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28" name="Google Shape;3628;p129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29" name="Google Shape;3629;p129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0" name="Google Shape;3630;p129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1" name="Google Shape;3631;p129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2" name="Google Shape;3632;p129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633" name="Google Shape;3633;p129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34" name="Google Shape;3634;p129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129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129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637" name="Google Shape;3637;p12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129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639" name="Google Shape;3639;p12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0" name="Google Shape;3640;p129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41" name="Google Shape;3641;p129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129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3" name="Google Shape;3643;p129"/>
          <p:cNvSpPr/>
          <p:nvPr/>
        </p:nvSpPr>
        <p:spPr>
          <a:xfrm>
            <a:off x="969820" y="4024746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7" name="Shape 3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p130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9" name="Google Shape;3649;p13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650" name="Google Shape;3650;p130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51" name="Google Shape;3651;p13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52" name="Google Shape;3652;p130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653" name="Google Shape;3653;p130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654" name="Google Shape;3654;p130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55" name="Google Shape;3655;p130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56" name="Google Shape;3656;p130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57" name="Google Shape;3657;p130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658" name="Google Shape;3658;p130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9" name="Google Shape;3659;p130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60" name="Google Shape;3660;p130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1" name="Google Shape;3661;p130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62" name="Google Shape;3662;p130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63" name="Google Shape;3663;p130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4" name="Google Shape;3664;p130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5" name="Google Shape;3665;p130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6" name="Google Shape;3666;p130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667" name="Google Shape;3667;p130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68" name="Google Shape;3668;p130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9" name="Google Shape;3669;p130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0" name="Google Shape;3670;p130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671" name="Google Shape;3671;p13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2" name="Google Shape;3672;p130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673" name="Google Shape;3673;p13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4" name="Google Shape;3674;p130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75" name="Google Shape;3675;p130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6" name="Google Shape;3676;p130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7" name="Google Shape;3677;p130"/>
          <p:cNvSpPr/>
          <p:nvPr/>
        </p:nvSpPr>
        <p:spPr>
          <a:xfrm>
            <a:off x="1246910" y="4384965"/>
            <a:ext cx="2057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1" name="Shape 3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Google Shape;3682;p131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3" name="Google Shape;3683;p13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684" name="Google Shape;3684;p131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85" name="Google Shape;3685;p13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86" name="Google Shape;3686;p131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687" name="Google Shape;3687;p131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688" name="Google Shape;3688;p131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89" name="Google Shape;3689;p131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90" name="Google Shape;3690;p131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1" name="Google Shape;3691;p131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692" name="Google Shape;3692;p131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3" name="Google Shape;3693;p131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94" name="Google Shape;3694;p131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5" name="Google Shape;3695;p131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96" name="Google Shape;3696;p131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97" name="Google Shape;3697;p131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8" name="Google Shape;3698;p131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9" name="Google Shape;3699;p131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p131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701" name="Google Shape;3701;p131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02" name="Google Shape;3702;p131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p131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131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705" name="Google Shape;3705;p131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6" name="Google Shape;3706;p131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07" name="Google Shape;3707;p131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8" name="Google Shape;3708;p131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709" name="Google Shape;3709;p131"/>
          <p:cNvSpPr/>
          <p:nvPr/>
        </p:nvSpPr>
        <p:spPr>
          <a:xfrm>
            <a:off x="6172200" y="4786745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0" name="Google Shape;3710;p131"/>
          <p:cNvSpPr/>
          <p:nvPr/>
        </p:nvSpPr>
        <p:spPr>
          <a:xfrm>
            <a:off x="713510" y="3650673"/>
            <a:ext cx="41148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4" name="Shape 3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5" name="Google Shape;3715;p132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13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717" name="Google Shape;3717;p132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18" name="Google Shape;3718;p13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19" name="Google Shape;3719;p132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720" name="Google Shape;3720;p132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21" name="Google Shape;3721;p132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2" name="Google Shape;3722;p132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723" name="Google Shape;3723;p132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4" name="Google Shape;3724;p132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725" name="Google Shape;3725;p132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6" name="Google Shape;3726;p132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7" name="Google Shape;3727;p132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132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29" name="Google Shape;3729;p132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30" name="Google Shape;3730;p132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1" name="Google Shape;3731;p132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2" name="Google Shape;3732;p132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3" name="Google Shape;3733;p132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734" name="Google Shape;3734;p132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35" name="Google Shape;3735;p132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6" name="Google Shape;3736;p132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7" name="Google Shape;3737;p132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738" name="Google Shape;3738;p132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9" name="Google Shape;3739;p132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40" name="Google Shape;3740;p132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1" name="Google Shape;3741;p132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742" name="Google Shape;3742;p132"/>
          <p:cNvSpPr/>
          <p:nvPr/>
        </p:nvSpPr>
        <p:spPr>
          <a:xfrm>
            <a:off x="6172200" y="5562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3" name="Google Shape;3743;p132"/>
          <p:cNvSpPr/>
          <p:nvPr/>
        </p:nvSpPr>
        <p:spPr>
          <a:xfrm>
            <a:off x="5264727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4" name="Google Shape;3744;p132"/>
          <p:cNvSpPr/>
          <p:nvPr/>
        </p:nvSpPr>
        <p:spPr>
          <a:xfrm>
            <a:off x="713510" y="5053446"/>
            <a:ext cx="271549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8" name="Shape 3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p133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0" name="Google Shape;3750;p13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751" name="Google Shape;3751;p133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52" name="Google Shape;3752;p13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53" name="Google Shape;3753;p133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754" name="Google Shape;3754;p133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55" name="Google Shape;3755;p133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56" name="Google Shape;3756;p133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757" name="Google Shape;3757;p133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8" name="Google Shape;3758;p133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759" name="Google Shape;3759;p133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0" name="Google Shape;3760;p133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1" name="Google Shape;3761;p133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2" name="Google Shape;3762;p133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63" name="Google Shape;3763;p133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64" name="Google Shape;3764;p133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5" name="Google Shape;3765;p133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6" name="Google Shape;3766;p133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7" name="Google Shape;3767;p133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768" name="Google Shape;3768;p133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69" name="Google Shape;3769;p133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0" name="Google Shape;3770;p133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1" name="Google Shape;3771;p133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772" name="Google Shape;3772;p133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3" name="Google Shape;3773;p133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74" name="Google Shape;3774;p133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5" name="Google Shape;3775;p133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776" name="Google Shape;3776;p133"/>
          <p:cNvSpPr/>
          <p:nvPr/>
        </p:nvSpPr>
        <p:spPr>
          <a:xfrm>
            <a:off x="5721927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7" name="Google Shape;3777;p133"/>
          <p:cNvSpPr/>
          <p:nvPr/>
        </p:nvSpPr>
        <p:spPr>
          <a:xfrm>
            <a:off x="5264727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8" name="Google Shape;3778;p133"/>
          <p:cNvSpPr/>
          <p:nvPr/>
        </p:nvSpPr>
        <p:spPr>
          <a:xfrm>
            <a:off x="713509" y="5410200"/>
            <a:ext cx="3428999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2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p134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4" name="Google Shape;3784;p13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785" name="Google Shape;3785;p134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86" name="Google Shape;3786;p13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87" name="Google Shape;3787;p134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788" name="Google Shape;3788;p134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89" name="Google Shape;3789;p134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0" name="Google Shape;3790;p134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791" name="Google Shape;3791;p134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2" name="Google Shape;3792;p134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793" name="Google Shape;3793;p13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4" name="Google Shape;3794;p134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5" name="Google Shape;3795;p134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134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97" name="Google Shape;3797;p134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98" name="Google Shape;3798;p134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9" name="Google Shape;3799;p134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134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134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802" name="Google Shape;3802;p134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803" name="Google Shape;3803;p134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134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5" name="Google Shape;3805;p134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806" name="Google Shape;3806;p134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7" name="Google Shape;3807;p134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808" name="Google Shape;3808;p134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9" name="Google Shape;3809;p134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810" name="Google Shape;3810;p134"/>
          <p:cNvSpPr/>
          <p:nvPr/>
        </p:nvSpPr>
        <p:spPr>
          <a:xfrm>
            <a:off x="5721927" y="15240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1" name="Google Shape;3811;p134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2" name="Google Shape;3812;p134"/>
          <p:cNvSpPr/>
          <p:nvPr/>
        </p:nvSpPr>
        <p:spPr>
          <a:xfrm>
            <a:off x="713509" y="5742710"/>
            <a:ext cx="3020291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6" name="Shape 3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7" name="Google Shape;3817;p135"/>
          <p:cNvSpPr/>
          <p:nvPr/>
        </p:nvSpPr>
        <p:spPr>
          <a:xfrm>
            <a:off x="4800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8" name="Google Shape;3818;p13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Execução do </a:t>
            </a:r>
            <a:r>
              <a:rPr i="1" lang="pt-BR"/>
              <a:t>SelectionSort</a:t>
            </a:r>
            <a:endParaRPr/>
          </a:p>
        </p:txBody>
      </p:sp>
      <p:sp>
        <p:nvSpPr>
          <p:cNvPr id="3819" name="Google Shape;3819;p135"/>
          <p:cNvSpPr txBox="1"/>
          <p:nvPr>
            <p:ph idx="1" type="body"/>
          </p:nvPr>
        </p:nvSpPr>
        <p:spPr>
          <a:xfrm>
            <a:off x="457200" y="2971800"/>
            <a:ext cx="4800600" cy="350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 i = 0 ; i &lt; n-1 ; i++ ){</a:t>
            </a:r>
            <a:endParaRPr b="1" sz="19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i_menor = i;	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b="1" lang="pt-BR" sz="1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for(j = i+1 ; j &lt; n ; j++ )</a:t>
            </a:r>
            <a:endParaRPr b="1" sz="19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if( vet[j] &lt; vet[i_menor] )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r>
              <a:rPr b="1" lang="pt-BR" sz="19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i_menor = j;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int aux = vet[i];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vet[i] = vet[i_menor];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vet[i_menor] = aux;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20" name="Google Shape;3820;p13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21" name="Google Shape;3821;p135"/>
          <p:cNvSpPr/>
          <p:nvPr/>
        </p:nvSpPr>
        <p:spPr>
          <a:xfrm>
            <a:off x="6629400" y="3276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/>
          </a:p>
        </p:txBody>
      </p:sp>
      <p:sp>
        <p:nvSpPr>
          <p:cNvPr id="3822" name="Google Shape;3822;p135"/>
          <p:cNvSpPr/>
          <p:nvPr/>
        </p:nvSpPr>
        <p:spPr>
          <a:xfrm>
            <a:off x="6172200" y="3269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823" name="Google Shape;3823;p135"/>
          <p:cNvSpPr/>
          <p:nvPr/>
        </p:nvSpPr>
        <p:spPr>
          <a:xfrm>
            <a:off x="6629400" y="4038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i_menor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24" name="Google Shape;3824;p135"/>
          <p:cNvSpPr/>
          <p:nvPr/>
        </p:nvSpPr>
        <p:spPr>
          <a:xfrm>
            <a:off x="6172200" y="4031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825" name="Google Shape;3825;p135"/>
          <p:cNvSpPr/>
          <p:nvPr/>
        </p:nvSpPr>
        <p:spPr>
          <a:xfrm>
            <a:off x="6172200" y="4786746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6" name="Google Shape;3826;p135"/>
          <p:cNvSpPr/>
          <p:nvPr/>
        </p:nvSpPr>
        <p:spPr>
          <a:xfrm>
            <a:off x="6629400" y="479367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827" name="Google Shape;3827;p135"/>
          <p:cNvSpPr/>
          <p:nvPr/>
        </p:nvSpPr>
        <p:spPr>
          <a:xfrm>
            <a:off x="6172200" y="5555673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8" name="Google Shape;3828;p135"/>
          <p:cNvSpPr/>
          <p:nvPr/>
        </p:nvSpPr>
        <p:spPr>
          <a:xfrm>
            <a:off x="6629400" y="5562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aux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29" name="Google Shape;3829;p135"/>
          <p:cNvSpPr/>
          <p:nvPr/>
        </p:nvSpPr>
        <p:spPr>
          <a:xfrm>
            <a:off x="25146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0" name="Google Shape;3830;p135"/>
          <p:cNvSpPr/>
          <p:nvPr/>
        </p:nvSpPr>
        <p:spPr>
          <a:xfrm>
            <a:off x="2514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831" name="Google Shape;3831;p135"/>
          <p:cNvSpPr/>
          <p:nvPr/>
        </p:nvSpPr>
        <p:spPr>
          <a:xfrm>
            <a:off x="2971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832" name="Google Shape;3832;p135"/>
          <p:cNvSpPr/>
          <p:nvPr/>
        </p:nvSpPr>
        <p:spPr>
          <a:xfrm>
            <a:off x="2971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3" name="Google Shape;3833;p135"/>
          <p:cNvSpPr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4" name="Google Shape;3834;p135"/>
          <p:cNvSpPr/>
          <p:nvPr/>
        </p:nvSpPr>
        <p:spPr>
          <a:xfrm>
            <a:off x="3429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5" name="Google Shape;3835;p135"/>
          <p:cNvSpPr/>
          <p:nvPr/>
        </p:nvSpPr>
        <p:spPr>
          <a:xfrm>
            <a:off x="38862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836" name="Google Shape;3836;p135"/>
          <p:cNvSpPr/>
          <p:nvPr/>
        </p:nvSpPr>
        <p:spPr>
          <a:xfrm>
            <a:off x="38862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837" name="Google Shape;3837;p135"/>
          <p:cNvSpPr/>
          <p:nvPr/>
        </p:nvSpPr>
        <p:spPr>
          <a:xfrm>
            <a:off x="43434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135"/>
          <p:cNvSpPr/>
          <p:nvPr/>
        </p:nvSpPr>
        <p:spPr>
          <a:xfrm>
            <a:off x="43434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135"/>
          <p:cNvSpPr/>
          <p:nvPr/>
        </p:nvSpPr>
        <p:spPr>
          <a:xfrm>
            <a:off x="48006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840" name="Google Shape;3840;p135"/>
          <p:cNvSpPr/>
          <p:nvPr/>
        </p:nvSpPr>
        <p:spPr>
          <a:xfrm>
            <a:off x="52578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1" name="Google Shape;3841;p135"/>
          <p:cNvSpPr/>
          <p:nvPr/>
        </p:nvSpPr>
        <p:spPr>
          <a:xfrm>
            <a:off x="52578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842" name="Google Shape;3842;p135"/>
          <p:cNvSpPr/>
          <p:nvPr/>
        </p:nvSpPr>
        <p:spPr>
          <a:xfrm>
            <a:off x="5715000" y="15240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3" name="Google Shape;3843;p135"/>
          <p:cNvSpPr/>
          <p:nvPr/>
        </p:nvSpPr>
        <p:spPr>
          <a:xfrm>
            <a:off x="5715000" y="1981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844" name="Google Shape;3844;p135"/>
          <p:cNvSpPr/>
          <p:nvPr/>
        </p:nvSpPr>
        <p:spPr>
          <a:xfrm>
            <a:off x="6172200" y="3276600"/>
            <a:ext cx="4572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5" name="Google Shape;3845;p135"/>
          <p:cNvSpPr/>
          <p:nvPr/>
        </p:nvSpPr>
        <p:spPr>
          <a:xfrm>
            <a:off x="457200" y="2971800"/>
            <a:ext cx="43434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9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13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Atividades</a:t>
            </a:r>
            <a:endParaRPr/>
          </a:p>
        </p:txBody>
      </p:sp>
      <p:sp>
        <p:nvSpPr>
          <p:cNvPr id="3851" name="Google Shape;3851;p136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Pesquise e estude outros algoritmos de ordenação;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1" lang="pt-BR"/>
              <a:t>BubbleSort</a:t>
            </a:r>
            <a:r>
              <a:rPr lang="pt-BR"/>
              <a:t> e </a:t>
            </a:r>
            <a:r>
              <a:rPr b="1" i="1" lang="pt-BR"/>
              <a:t>InsertionSort</a:t>
            </a:r>
            <a:r>
              <a:rPr lang="pt-BR"/>
              <a:t> são bem simples!</a:t>
            </a:r>
            <a:endParaRPr/>
          </a:p>
        </p:txBody>
      </p:sp>
      <p:sp>
        <p:nvSpPr>
          <p:cNvPr id="3852" name="Google Shape;3852;p13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